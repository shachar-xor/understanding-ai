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4"/>
  </p:sldMasterIdLst>
  <p:notesMasterIdLst>
    <p:notesMasterId r:id="rId25"/>
  </p:notesMasterIdLst>
  <p:handoutMasterIdLst>
    <p:handoutMasterId r:id="rId26"/>
  </p:handoutMasterIdLst>
  <p:sldIdLst>
    <p:sldId id="256" r:id="rId5"/>
    <p:sldId id="307" r:id="rId6"/>
    <p:sldId id="378" r:id="rId7"/>
    <p:sldId id="261" r:id="rId8"/>
    <p:sldId id="334" r:id="rId9"/>
    <p:sldId id="337" r:id="rId10"/>
    <p:sldId id="363" r:id="rId11"/>
    <p:sldId id="356" r:id="rId12"/>
    <p:sldId id="355" r:id="rId13"/>
    <p:sldId id="289" r:id="rId14"/>
    <p:sldId id="369" r:id="rId15"/>
    <p:sldId id="365" r:id="rId16"/>
    <p:sldId id="335" r:id="rId17"/>
    <p:sldId id="305" r:id="rId18"/>
    <p:sldId id="375" r:id="rId19"/>
    <p:sldId id="310" r:id="rId20"/>
    <p:sldId id="371" r:id="rId21"/>
    <p:sldId id="364" r:id="rId22"/>
    <p:sldId id="257" r:id="rId23"/>
    <p:sldId id="258" r:id="rId2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4" userDrawn="1">
          <p15:clr>
            <a:srgbClr val="A4A3A4"/>
          </p15:clr>
        </p15:guide>
        <p15:guide id="2" pos="3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F"/>
    <a:srgbClr val="FFFFFF"/>
    <a:srgbClr val="078F68"/>
    <a:srgbClr val="152A26"/>
    <a:srgbClr val="F9F9F9"/>
    <a:srgbClr val="6FB2A6"/>
    <a:srgbClr val="E9F8F4"/>
    <a:srgbClr val="62E3B1"/>
    <a:srgbClr val="C3E9E3"/>
    <a:srgbClr val="C4EA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BDE0CF-FEA9-5B91-5833-D21C465E2324}" v="1" dt="2026-03-16T17:16:16.060"/>
    <p1510:client id="{30E8CDEF-476E-ECA7-3463-E817D03F3DA3}" v="331" dt="2026-03-16T17:15:53.738"/>
    <p1510:client id="{744D354C-C684-01F1-9357-422F9EA4B6FA}" v="17" dt="2026-03-16T17:19:59.272"/>
    <p1510:client id="{CA1F3DCC-C28E-5C4A-8E94-E1E6D5CB9C2E}" v="6" dt="2026-03-16T17:17:05.2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/>
    <p:restoredTop sz="94626"/>
  </p:normalViewPr>
  <p:slideViewPr>
    <p:cSldViewPr snapToGrid="0">
      <p:cViewPr varScale="1">
        <p:scale>
          <a:sx n="125" d="100"/>
          <a:sy n="125" d="100"/>
        </p:scale>
        <p:origin x="808" y="168"/>
      </p:cViewPr>
      <p:guideLst>
        <p:guide orient="horz" pos="2954"/>
        <p:guide pos="3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27B40BC-B61E-F7A3-D329-F0287B5240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 dirty="0">
              <a:latin typeface="Kalinga" panose="020B05020402040202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E41DAD-70B2-0077-243A-B51C6473BA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8A1B2-6405-8C43-9B4A-C03127C8EE2B}" type="datetimeFigureOut">
              <a:rPr lang="en-IL" smtClean="0">
                <a:latin typeface="Kalinga" panose="020B0502040204020203" pitchFamily="34" charset="0"/>
              </a:rPr>
              <a:t>06/05/2026</a:t>
            </a:fld>
            <a:endParaRPr lang="en-IL" dirty="0">
              <a:latin typeface="Kalinga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243F5-8F81-C964-3611-6E08C148D6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 dirty="0">
              <a:latin typeface="Kalinga" panose="020B05020402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026F5-ABAB-32B0-9536-7DFA7B59DD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5ED70-26D5-D74F-A2B4-7D2E36CFA685}" type="slidenum">
              <a:rPr lang="en-IL" smtClean="0">
                <a:latin typeface="Kalinga" panose="020B0502040204020203" pitchFamily="34" charset="0"/>
              </a:rPr>
              <a:t>‹#›</a:t>
            </a:fld>
            <a:endParaRPr lang="en-IL" dirty="0">
              <a:latin typeface="Kaling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53706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Kalinga" panose="020B0502040204020203" pitchFamily="34" charset="0"/>
              </a:defRPr>
            </a:lvl1pPr>
          </a:lstStyle>
          <a:p>
            <a:endParaRPr lang="en-I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Kalinga" panose="020B0502040204020203" pitchFamily="34" charset="0"/>
              </a:defRPr>
            </a:lvl1pPr>
          </a:lstStyle>
          <a:p>
            <a:fld id="{169B1C72-6D06-1446-9E24-DD8790CF48D6}" type="datetimeFigureOut">
              <a:rPr lang="en-IL" smtClean="0"/>
              <a:pPr/>
              <a:t>06/05/2026</a:t>
            </a:fld>
            <a:endParaRPr lang="en-I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Kalinga" panose="020B0502040204020203" pitchFamily="34" charset="0"/>
              </a:defRPr>
            </a:lvl1pPr>
          </a:lstStyle>
          <a:p>
            <a:endParaRPr lang="en-I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Kalinga" panose="020B0502040204020203" pitchFamily="34" charset="0"/>
              </a:defRPr>
            </a:lvl1pPr>
          </a:lstStyle>
          <a:p>
            <a:fld id="{BC73CCCE-F0E5-FB45-A2C2-83BB2548603C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73318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Kalinga" panose="020B0502040204020203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Kalinga" panose="020B0502040204020203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Kalinga" panose="020B0502040204020203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Kalinga" panose="020B0502040204020203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Kalinga" panose="020B050204020402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 dirty="0"/>
              <a:t>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3CCCE-F0E5-FB45-A2C2-83BB2548603C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5948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5">
            <a:extLst>
              <a:ext uri="{FF2B5EF4-FFF2-40B4-BE49-F238E27FC236}">
                <a16:creationId xmlns:a16="http://schemas.microsoft.com/office/drawing/2014/main" id="{310DF80F-D57A-60DF-F721-AFC6A9016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205" y="1737228"/>
            <a:ext cx="6189327" cy="1325563"/>
          </a:xfrm>
          <a:prstGeom prst="rect">
            <a:avLst/>
          </a:prstGeom>
        </p:spPr>
        <p:txBody>
          <a:bodyPr/>
          <a:lstStyle>
            <a:lvl1pPr>
              <a:defRPr sz="4400" b="1" i="0">
                <a:solidFill>
                  <a:schemeClr val="bg2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  <p:pic>
        <p:nvPicPr>
          <p:cNvPr id="2" name="Picture 1" descr="A green ring with black background&#10;&#10;Description automatically generated">
            <a:extLst>
              <a:ext uri="{FF2B5EF4-FFF2-40B4-BE49-F238E27FC236}">
                <a16:creationId xmlns:a16="http://schemas.microsoft.com/office/drawing/2014/main" id="{77BB96A6-6BB9-008F-2058-49C78F07DB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0220" y="0"/>
            <a:ext cx="4251780" cy="39497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7BCC3B1-20AE-3A6A-754B-78315A9367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404813"/>
            <a:ext cx="1584364" cy="65087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62AA5-40F5-C40B-92BF-A9B7A3ABF6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205" y="3288280"/>
            <a:ext cx="6189326" cy="1013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928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Cover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6">
            <a:extLst>
              <a:ext uri="{FF2B5EF4-FFF2-40B4-BE49-F238E27FC236}">
                <a16:creationId xmlns:a16="http://schemas.microsoft.com/office/drawing/2014/main" id="{F26FC279-832F-D343-D2CA-91CEB339E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5990BC-D50F-1C44-E6DF-B4C2C8E5ADBA}"/>
              </a:ext>
            </a:extLst>
          </p:cNvPr>
          <p:cNvGrpSpPr/>
          <p:nvPr userDrawn="1"/>
        </p:nvGrpSpPr>
        <p:grpSpPr>
          <a:xfrm>
            <a:off x="0" y="-372641"/>
            <a:ext cx="12192000" cy="3542429"/>
            <a:chOff x="1505356" y="-554636"/>
            <a:chExt cx="8632556" cy="487091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CF48348-F95C-6ED0-6C3D-3FD2D091EB69}"/>
                </a:ext>
              </a:extLst>
            </p:cNvPr>
            <p:cNvSpPr/>
            <p:nvPr userDrawn="1"/>
          </p:nvSpPr>
          <p:spPr>
            <a:xfrm>
              <a:off x="1505356" y="-554636"/>
              <a:ext cx="8632556" cy="4870914"/>
            </a:xfrm>
            <a:custGeom>
              <a:avLst/>
              <a:gdLst>
                <a:gd name="connsiteX0" fmla="*/ 0 w 8632556"/>
                <a:gd name="connsiteY0" fmla="*/ 0 h 4316278"/>
                <a:gd name="connsiteX1" fmla="*/ 8632556 w 8632556"/>
                <a:gd name="connsiteY1" fmla="*/ 0 h 4316278"/>
                <a:gd name="connsiteX2" fmla="*/ 4316278 w 8632556"/>
                <a:gd name="connsiteY2" fmla="*/ 4316278 h 4316278"/>
                <a:gd name="connsiteX3" fmla="*/ 0 w 8632556"/>
                <a:gd name="connsiteY3" fmla="*/ 0 h 431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32556" h="4316278">
                  <a:moveTo>
                    <a:pt x="0" y="0"/>
                  </a:moveTo>
                  <a:lnTo>
                    <a:pt x="8632556" y="0"/>
                  </a:lnTo>
                  <a:cubicBezTo>
                    <a:pt x="8632556" y="2383815"/>
                    <a:pt x="6700093" y="4316278"/>
                    <a:pt x="4316278" y="4316278"/>
                  </a:cubicBezTo>
                  <a:cubicBezTo>
                    <a:pt x="1932463" y="4316278"/>
                    <a:pt x="0" y="2383815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  <a:effectLst>
              <a:softEdge rad="824416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L" b="0" i="0" dirty="0">
                <a:latin typeface="Kalinga" panose="020B0502040204020203" pitchFamily="34" charset="0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A171A5E-2F59-988B-7AC4-FB9432304524}"/>
                </a:ext>
              </a:extLst>
            </p:cNvPr>
            <p:cNvSpPr/>
            <p:nvPr userDrawn="1"/>
          </p:nvSpPr>
          <p:spPr>
            <a:xfrm>
              <a:off x="2374746" y="-42247"/>
              <a:ext cx="6772125" cy="3234205"/>
            </a:xfrm>
            <a:custGeom>
              <a:avLst/>
              <a:gdLst>
                <a:gd name="connsiteX0" fmla="*/ 0 w 6412382"/>
                <a:gd name="connsiteY0" fmla="*/ 0 h 3191958"/>
                <a:gd name="connsiteX1" fmla="*/ 6412382 w 6412382"/>
                <a:gd name="connsiteY1" fmla="*/ 0 h 3191958"/>
                <a:gd name="connsiteX2" fmla="*/ 6396582 w 6412382"/>
                <a:gd name="connsiteY2" fmla="*/ 312902 h 3191958"/>
                <a:gd name="connsiteX3" fmla="*/ 3206191 w 6412382"/>
                <a:gd name="connsiteY3" fmla="*/ 3191958 h 3191958"/>
                <a:gd name="connsiteX4" fmla="*/ 15800 w 6412382"/>
                <a:gd name="connsiteY4" fmla="*/ 312902 h 319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12382" h="3191958">
                  <a:moveTo>
                    <a:pt x="0" y="0"/>
                  </a:moveTo>
                  <a:lnTo>
                    <a:pt x="6412382" y="0"/>
                  </a:lnTo>
                  <a:lnTo>
                    <a:pt x="6396582" y="312902"/>
                  </a:lnTo>
                  <a:cubicBezTo>
                    <a:pt x="6232354" y="1930024"/>
                    <a:pt x="4866642" y="3191958"/>
                    <a:pt x="3206191" y="3191958"/>
                  </a:cubicBezTo>
                  <a:cubicBezTo>
                    <a:pt x="1545740" y="3191958"/>
                    <a:pt x="180028" y="1930024"/>
                    <a:pt x="15800" y="31290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L" b="0" i="0" dirty="0">
                <a:latin typeface="Kalinga" panose="020B0502040204020203" pitchFamily="34" charset="0"/>
              </a:endParaRPr>
            </a:p>
          </p:txBody>
        </p:sp>
      </p:grp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070D420-6AF7-D164-3DD8-9806375C7B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019" y="1883923"/>
            <a:ext cx="4073672" cy="17510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7200" b="0" i="0">
                <a:solidFill>
                  <a:schemeClr val="bg2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  <a:lvl2pPr marL="4572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2pPr>
            <a:lvl3pPr marL="9144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3pPr>
            <a:lvl4pPr marL="13716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4pPr>
            <a:lvl5pPr marL="18288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5pPr>
          </a:lstStyle>
          <a:p>
            <a:pPr lvl="0"/>
            <a:r>
              <a:rPr lang="en-IL" dirty="0"/>
              <a:t>01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34F3E1A-1440-274C-FFCD-A823625F2B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937" y="6001745"/>
            <a:ext cx="1306739" cy="53682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F746BDE-A321-5DF0-9FC4-63A6D59B6E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019" y="3393284"/>
            <a:ext cx="5457346" cy="2033068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Name</a:t>
            </a:r>
            <a:br>
              <a:rPr lang="en-US" dirty="0"/>
            </a:br>
            <a:r>
              <a:rPr lang="en-US" dirty="0"/>
              <a:t>Lorem ipsum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2837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circle with black background&#10;&#10;Description automatically generated">
            <a:extLst>
              <a:ext uri="{FF2B5EF4-FFF2-40B4-BE49-F238E27FC236}">
                <a16:creationId xmlns:a16="http://schemas.microsoft.com/office/drawing/2014/main" id="{23428606-2601-EEEA-A0CC-D0BBC6B6DA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40427" y="1889027"/>
            <a:ext cx="5461000" cy="49784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8D5FE37-BFE6-AE48-9E9D-A800A0FBCD5F}"/>
              </a:ext>
            </a:extLst>
          </p:cNvPr>
          <p:cNvSpPr/>
          <p:nvPr userDrawn="1"/>
        </p:nvSpPr>
        <p:spPr>
          <a:xfrm>
            <a:off x="1615508" y="543697"/>
            <a:ext cx="8964000" cy="5770605"/>
          </a:xfrm>
          <a:prstGeom prst="roundRect">
            <a:avLst>
              <a:gd name="adj" fmla="val 8120"/>
            </a:avLst>
          </a:prstGeom>
          <a:gradFill flip="none" rotWithShape="1">
            <a:gsLst>
              <a:gs pos="74000">
                <a:schemeClr val="bg2">
                  <a:lumMod val="20000"/>
                  <a:lumOff val="80000"/>
                </a:schemeClr>
              </a:gs>
              <a:gs pos="90000">
                <a:schemeClr val="accent6">
                  <a:lumMod val="20000"/>
                  <a:lumOff val="80000"/>
                </a:schemeClr>
              </a:gs>
              <a:gs pos="57000">
                <a:schemeClr val="accent6">
                  <a:lumMod val="20000"/>
                  <a:lumOff val="80000"/>
                </a:schemeClr>
              </a:gs>
            </a:gsLst>
            <a:lin ang="2400000" scaled="0"/>
            <a:tileRect/>
          </a:gradFill>
          <a:ln w="6350" cap="flat" cmpd="sng" algn="ctr">
            <a:gradFill>
              <a:gsLst>
                <a:gs pos="0">
                  <a:srgbClr val="182D29">
                    <a:lumMod val="50000"/>
                    <a:lumOff val="50000"/>
                  </a:srgbClr>
                </a:gs>
                <a:gs pos="100000">
                  <a:srgbClr val="182D29">
                    <a:lumMod val="75000"/>
                    <a:lumOff val="25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0" cap="none" spc="0" normalizeH="0" baseline="0" noProof="0" dirty="0">
              <a:ln>
                <a:noFill/>
              </a:ln>
              <a:solidFill>
                <a:srgbClr val="F6F6F7"/>
              </a:solidFill>
              <a:effectLst/>
              <a:uLnTx/>
              <a:uFillTx/>
              <a:latin typeface="Kalinga" panose="020B0502040204020203" pitchFamily="34" charset="0"/>
              <a:ea typeface="+mn-ea"/>
              <a:cs typeface="+mn-cs"/>
            </a:endParaRPr>
          </a:p>
        </p:txBody>
      </p:sp>
      <p:sp>
        <p:nvSpPr>
          <p:cNvPr id="9" name="Title 15">
            <a:extLst>
              <a:ext uri="{FF2B5EF4-FFF2-40B4-BE49-F238E27FC236}">
                <a16:creationId xmlns:a16="http://schemas.microsoft.com/office/drawing/2014/main" id="{50AB9605-466E-99C2-4FB3-F66B9F94B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1545" y="3015926"/>
            <a:ext cx="6148910" cy="132556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 sz="5400" b="1" i="0">
                <a:solidFill>
                  <a:schemeClr val="bg2"/>
                </a:solidFill>
                <a:effectLst/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 dirty="0"/>
              <a:t>Thank You!</a:t>
            </a:r>
            <a:endParaRPr lang="en-IL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4CBDCDE-D7D8-6654-C656-D13209D5EA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6863" y="1229680"/>
            <a:ext cx="2678274" cy="110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22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5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E2A3-2CDB-5FCD-9271-BF2CB86E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E1F85-BF18-FF73-7BE4-3B262401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64571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685800" indent="-228600">
              <a:buFont typeface="Arial" panose="020B0604020202020204" pitchFamily="34" charset="0"/>
              <a:buChar char="•"/>
              <a:defRPr/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12CAC-1A1D-120B-8848-F385F23B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66167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2F6E7F6-DAEF-57A2-84AF-77D8F72DDD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799" y="1504843"/>
            <a:ext cx="10787716" cy="4159115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tx1">
                    <a:lumMod val="90000"/>
                    <a:lumOff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r>
              <a:rPr lang="en-US" dirty="0" err="1"/>
              <a:t>doullamco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IL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IL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IL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64C094E9-1341-4CB2-E34D-9E2C9A526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216DB-102A-1B37-B36A-5535A3C5F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2343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90428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0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1F97D13-643D-BA56-3CED-607E6D3380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1645718"/>
            <a:ext cx="5192022" cy="3538329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/>
              <a:t>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reprehe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/>
              <a:t>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IL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L" dirty="0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429B365B-ED2C-F37D-1E73-56F3F71F58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1885" y="1645717"/>
            <a:ext cx="5192022" cy="3538329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/>
              <a:t>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reprehe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/>
              <a:t>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IL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L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76BB917C-645D-0B12-B604-9908CE445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66D9A9-BEE9-3754-43C1-93D7CCC11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74504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A6A59CB5-328F-058D-D6ED-F4C6B6D927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5393" y="1942138"/>
            <a:ext cx="8442519" cy="415695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42229-C26C-369C-EB47-CE5D4ABB8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9DD329-BF0E-D10F-3312-597D737A11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52EDA7-45D4-A4D6-6B3F-6A35A49A8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80658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86" userDrawn="1">
          <p15:clr>
            <a:srgbClr val="FBAE40"/>
          </p15:clr>
        </p15:guide>
        <p15:guide id="2" pos="3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ring whit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circle with black background&#10;&#10;Description automatically generated">
            <a:extLst>
              <a:ext uri="{FF2B5EF4-FFF2-40B4-BE49-F238E27FC236}">
                <a16:creationId xmlns:a16="http://schemas.microsoft.com/office/drawing/2014/main" id="{648FF412-8274-9CA7-03F7-FE6416145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28700"/>
            <a:ext cx="4381500" cy="5829300"/>
          </a:xfrm>
          <a:prstGeom prst="rect">
            <a:avLst/>
          </a:prstGeom>
        </p:spPr>
      </p:pic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74C1C160-AD47-2402-D2E6-0594E27DB6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9843" y="848280"/>
            <a:ext cx="3975049" cy="276413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000" b="1" i="0">
                <a:solidFill>
                  <a:schemeClr val="bg2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</a:t>
            </a:r>
            <a:endParaRPr lang="en-IL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F64EF2-CFC0-0001-96D4-5F573A4C9F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9913" y="2787650"/>
            <a:ext cx="7515996" cy="2855913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buFontTx/>
              <a:buBlip>
                <a:blip r:embed="rId3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  <a:lvl2pPr marL="742950" indent="-285750">
              <a:lnSpc>
                <a:spcPct val="100000"/>
              </a:lnSpc>
              <a:buFontTx/>
              <a:buBlip>
                <a:blip r:embed="rId3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1200150" indent="-285750">
              <a:lnSpc>
                <a:spcPct val="100000"/>
              </a:lnSpc>
              <a:buFontTx/>
              <a:buBlip>
                <a:blip r:embed="rId3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3pPr>
            <a:lvl4pPr marL="1657350" indent="-285750">
              <a:lnSpc>
                <a:spcPct val="100000"/>
              </a:lnSpc>
              <a:buFontTx/>
              <a:buBlip>
                <a:blip r:embed="rId3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4pPr>
            <a:lvl5pPr marL="2114550" indent="-285750">
              <a:lnSpc>
                <a:spcPct val="100000"/>
              </a:lnSpc>
              <a:buFontTx/>
              <a:buBlip>
                <a:blip r:embed="rId3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BF54129A-82F6-4640-D0F6-43D4620E4D5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9233" y="1269732"/>
            <a:ext cx="3413857" cy="4422059"/>
          </a:xfrm>
          <a:prstGeom prst="roundRect">
            <a:avLst>
              <a:gd name="adj" fmla="val 4597"/>
            </a:avLst>
          </a:prstGeom>
          <a:noFill/>
          <a:effectLst>
            <a:outerShdw blurRad="547570" dist="295730" dir="5400000" sx="96000" sy="96000" algn="ctr" rotWithShape="0">
              <a:schemeClr val="bg2">
                <a:alpha val="41059"/>
              </a:schemeClr>
            </a:outerShdw>
          </a:effectLst>
        </p:spPr>
        <p:txBody>
          <a:bodyPr/>
          <a:lstStyle>
            <a:lvl1pPr>
              <a:defRPr b="0" i="0">
                <a:latin typeface="Kalinga" panose="020B0502040204020203" pitchFamily="34" charset="0"/>
              </a:defRPr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DFA7153A-FF8D-B4C4-648F-700292043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239B9B-0841-F85D-AD73-D17D3F537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51DDA75-6A77-7F78-98F5-B3C76550ED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910" y="986486"/>
            <a:ext cx="10515600" cy="1325563"/>
          </a:xfrm>
        </p:spPr>
        <p:txBody>
          <a:bodyPr/>
          <a:lstStyle/>
          <a:p>
            <a:pPr lvl="0"/>
            <a:r>
              <a:rPr lang="en-US" dirty="0"/>
              <a:t>Lorem Ipsum Dolor Sit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979826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11F825-A76F-9BBC-C054-DD4A3B9029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69F7510-BE4E-BA00-9EB3-A06A12B00E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43289C-6C17-0F8D-D10C-55149DCC8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664483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Black">
    <p:bg>
      <p:bgPr>
        <a:gradFill flip="none" rotWithShape="1">
          <a:gsLst>
            <a:gs pos="77000">
              <a:srgbClr val="152A26"/>
            </a:gs>
            <a:gs pos="100000">
              <a:srgbClr val="078F68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1F97D13-643D-BA56-3CED-607E6D3380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7698" y="3292683"/>
            <a:ext cx="6011103" cy="1314034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6">
                    <a:lumMod val="60000"/>
                    <a:lumOff val="4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</a:t>
            </a:r>
            <a:endParaRPr lang="en-I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439757E8-AAA0-C702-C8AC-3C1269ABB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98" y="1711964"/>
            <a:ext cx="6148910" cy="1325563"/>
          </a:xfrm>
          <a:prstGeom prst="rect">
            <a:avLst/>
          </a:prstGeom>
        </p:spPr>
        <p:txBody>
          <a:bodyPr/>
          <a:lstStyle>
            <a:lvl1pPr>
              <a:defRPr sz="44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  <p:pic>
        <p:nvPicPr>
          <p:cNvPr id="4" name="Picture 3" descr="A green ring with black background&#10;&#10;Description automatically generated">
            <a:extLst>
              <a:ext uri="{FF2B5EF4-FFF2-40B4-BE49-F238E27FC236}">
                <a16:creationId xmlns:a16="http://schemas.microsoft.com/office/drawing/2014/main" id="{A340495A-B3EE-3A9D-F15B-63FEC1302E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0220" y="0"/>
            <a:ext cx="4251780" cy="3949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6EA90C-3743-8E79-7D54-3B3816F2AB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395340"/>
            <a:ext cx="1596837" cy="65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61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cover black">
    <p:bg>
      <p:bgPr>
        <a:gradFill>
          <a:gsLst>
            <a:gs pos="77000">
              <a:srgbClr val="152A26"/>
            </a:gs>
            <a:gs pos="100000">
              <a:srgbClr val="078F68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circl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3D046C9B-AD2B-C8A7-F22F-A6D72DDA7A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2909456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9520D64-6E25-54B9-BA46-4177DC1126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8287" y="1883923"/>
            <a:ext cx="4073672" cy="17510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7200" b="0" i="0">
                <a:solidFill>
                  <a:schemeClr val="accent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  <a:lvl2pPr marL="4572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2pPr>
            <a:lvl3pPr marL="9144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3pPr>
            <a:lvl4pPr marL="13716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4pPr>
            <a:lvl5pPr marL="18288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5pPr>
          </a:lstStyle>
          <a:p>
            <a:pPr lvl="0"/>
            <a:r>
              <a:rPr lang="en-IL" dirty="0"/>
              <a:t>01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3034E097-246D-A32F-C47F-7D29BDD74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7954" y="6356349"/>
            <a:ext cx="17724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64677C1-FEF7-F973-0903-12BB386B08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6031700"/>
            <a:ext cx="1234658" cy="50721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48FF5F7-C4E4-97C5-C4FA-55B5DB301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286" y="3776049"/>
            <a:ext cx="5031219" cy="1325563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Name</a:t>
            </a:r>
            <a:br>
              <a:rPr lang="en-US" dirty="0"/>
            </a:br>
            <a:r>
              <a:rPr lang="en-US" dirty="0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736346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7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Black">
    <p:bg>
      <p:bgPr>
        <a:gradFill>
          <a:gsLst>
            <a:gs pos="77000">
              <a:srgbClr val="152A26"/>
            </a:gs>
            <a:gs pos="100000">
              <a:schemeClr val="bg2">
                <a:lumMod val="5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circle with black background&#10;&#10;Description automatically generated">
            <a:extLst>
              <a:ext uri="{FF2B5EF4-FFF2-40B4-BE49-F238E27FC236}">
                <a16:creationId xmlns:a16="http://schemas.microsoft.com/office/drawing/2014/main" id="{B75DFE84-1130-F506-F9B7-7A4D9757BF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40427" y="1889027"/>
            <a:ext cx="5461000" cy="49784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D0555A3-3354-7E2E-415F-B2E04D541F41}"/>
              </a:ext>
            </a:extLst>
          </p:cNvPr>
          <p:cNvSpPr/>
          <p:nvPr userDrawn="1"/>
        </p:nvSpPr>
        <p:spPr>
          <a:xfrm>
            <a:off x="1615508" y="557290"/>
            <a:ext cx="8964000" cy="5743419"/>
          </a:xfrm>
          <a:prstGeom prst="roundRect">
            <a:avLst>
              <a:gd name="adj" fmla="val 8120"/>
            </a:avLst>
          </a:prstGeom>
          <a:gradFill flip="none" rotWithShape="1">
            <a:gsLst>
              <a:gs pos="72000">
                <a:schemeClr val="bg2">
                  <a:lumMod val="75000"/>
                  <a:alpha val="92602"/>
                </a:schemeClr>
              </a:gs>
              <a:gs pos="86000">
                <a:srgbClr val="17473A"/>
              </a:gs>
              <a:gs pos="48000">
                <a:schemeClr val="tx1"/>
              </a:gs>
            </a:gsLst>
            <a:lin ang="3000000" scaled="0"/>
            <a:tileRect/>
          </a:gradFill>
          <a:ln w="6350" cap="flat" cmpd="sng" algn="ctr">
            <a:gradFill>
              <a:gsLst>
                <a:gs pos="0">
                  <a:srgbClr val="182D29">
                    <a:lumMod val="50000"/>
                    <a:lumOff val="50000"/>
                  </a:srgbClr>
                </a:gs>
                <a:gs pos="100000">
                  <a:srgbClr val="182D29">
                    <a:lumMod val="75000"/>
                    <a:lumOff val="25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0" cap="none" spc="0" normalizeH="0" baseline="0" noProof="0" dirty="0">
              <a:ln>
                <a:noFill/>
              </a:ln>
              <a:solidFill>
                <a:srgbClr val="F6F6F7"/>
              </a:solidFill>
              <a:effectLst/>
              <a:uLnTx/>
              <a:uFillTx/>
              <a:latin typeface="Kalinga" panose="020B0502040204020203" pitchFamily="34" charset="0"/>
              <a:ea typeface="+mn-ea"/>
              <a:cs typeface="+mn-cs"/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439757E8-AAA0-C702-C8AC-3C1269ABB2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1545" y="3016803"/>
            <a:ext cx="6148910" cy="132556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 sz="5400" b="1" i="0">
                <a:solidFill>
                  <a:schemeClr val="bg1"/>
                </a:solidFill>
                <a:effectLst/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 dirty="0"/>
              <a:t>Thank You!</a:t>
            </a:r>
            <a:endParaRPr lang="en-IL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78BE455-9BBC-08FB-CEFC-6B740B43A4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8620" y="1262285"/>
            <a:ext cx="2554760" cy="104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38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5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AB089E4-1B7F-D661-EE16-F99046398B8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425" y="1395533"/>
            <a:ext cx="110420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FontTx/>
              <a:buNone/>
              <a:defRPr sz="2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7DDD2193-E5E0-65D8-D234-01F75BB9C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>
                    <a:lumMod val="90000"/>
                  </a:schemeClr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59987B9-47D3-2D34-ABEE-3C136E0259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9074859-F06C-1F29-474D-C931B570A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24940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1F97D13-643D-BA56-3CED-607E6D3380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1676" y="1659835"/>
            <a:ext cx="5192022" cy="3538329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/>
              <a:t>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reprehe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/>
              <a:t>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IL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L" dirty="0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429B365B-ED2C-F37D-1E73-56F3F71F58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41756" y="1659834"/>
            <a:ext cx="5192022" cy="3538329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/>
              <a:t>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reprehe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/>
              <a:t>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IL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L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2EBD2C0-2542-1633-FE6E-CE04540B9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>
                    <a:lumMod val="90000"/>
                  </a:schemeClr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694F2F3-0757-56B0-1132-2E48CA3D70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0D030F-E76A-7ECB-C351-D5017AE8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69744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ring dark">
    <p:bg>
      <p:bgPr>
        <a:gradFill>
          <a:gsLst>
            <a:gs pos="0">
              <a:srgbClr val="1D3A34"/>
            </a:gs>
            <a:gs pos="77000">
              <a:srgbClr val="101F1D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circle with black background&#10;&#10;Description automatically generated">
            <a:extLst>
              <a:ext uri="{FF2B5EF4-FFF2-40B4-BE49-F238E27FC236}">
                <a16:creationId xmlns:a16="http://schemas.microsoft.com/office/drawing/2014/main" id="{BF1A4B95-E51F-4883-620A-5A8E723D0B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28700"/>
            <a:ext cx="4381500" cy="5829300"/>
          </a:xfrm>
          <a:prstGeom prst="rect">
            <a:avLst/>
          </a:prstGeom>
        </p:spPr>
      </p:pic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74C1C160-AD47-2402-D2E6-0594E27DB6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9843" y="848280"/>
            <a:ext cx="3975049" cy="276413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000" b="1" i="0">
                <a:solidFill>
                  <a:schemeClr val="accent2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</a:t>
            </a:r>
            <a:endParaRPr lang="en-IL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F64EF2-CFC0-0001-96D4-5F573A4C9F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9913" y="2091405"/>
            <a:ext cx="7489870" cy="387206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Tx/>
              <a:buBlip>
                <a:blip r:embed="rId3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685800" indent="-228600">
              <a:lnSpc>
                <a:spcPct val="100000"/>
              </a:lnSpc>
              <a:buFontTx/>
              <a:buBlip>
                <a:blip r:embed="rId3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2pPr>
            <a:lvl3pPr marL="1143000" indent="-228600">
              <a:lnSpc>
                <a:spcPct val="100000"/>
              </a:lnSpc>
              <a:buFontTx/>
              <a:buBlip>
                <a:blip r:embed="rId3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3pPr>
            <a:lvl4pPr marL="1600200" indent="-228600">
              <a:lnSpc>
                <a:spcPct val="100000"/>
              </a:lnSpc>
              <a:buFontTx/>
              <a:buBlip>
                <a:blip r:embed="rId3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4pPr>
            <a:lvl5pPr marL="2057400" indent="-228600">
              <a:lnSpc>
                <a:spcPct val="100000"/>
              </a:lnSpc>
              <a:buFontTx/>
              <a:buBlip>
                <a:blip r:embed="rId3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BF54129A-82F6-4640-D0F6-43D4620E4D5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9233" y="1243607"/>
            <a:ext cx="3413856" cy="4719868"/>
          </a:xfrm>
          <a:prstGeom prst="roundRect">
            <a:avLst>
              <a:gd name="adj" fmla="val 4597"/>
            </a:avLst>
          </a:prstGeom>
          <a:solidFill>
            <a:schemeClr val="bg1"/>
          </a:solidFill>
        </p:spPr>
        <p:txBody>
          <a:bodyPr/>
          <a:lstStyle>
            <a:lvl1pPr>
              <a:defRPr b="0" i="0">
                <a:latin typeface="Kalinga" panose="020B0502040204020203" pitchFamily="34" charset="0"/>
              </a:defRPr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E36C69A3-FC36-3437-EA55-20BE5CB41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0000"/>
                  </a:schemeClr>
                </a:solidFill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B5AC076-3829-4F8A-98A2-5C6DCC2C18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6B32986-ADE6-898E-AAE9-DFDA94682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11" y="1052513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623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p 01">
    <p:bg>
      <p:bgPr>
        <a:gradFill flip="none" rotWithShape="1">
          <a:gsLst>
            <a:gs pos="0">
              <a:srgbClr val="1D3A34"/>
            </a:gs>
            <a:gs pos="57000">
              <a:srgbClr val="101F1D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A6A59CB5-328F-058D-D6ED-F4C6B6D927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5393" y="1942138"/>
            <a:ext cx="8442519" cy="4156959"/>
          </a:xfrm>
          <a:prstGeom prst="rect">
            <a:avLst/>
          </a:prstGeom>
        </p:spPr>
      </p:pic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6F5A58BB-AC37-9A01-5341-83DBAF297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5998" y="6356006"/>
            <a:ext cx="1593101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27C1A49-08B4-FC23-0DC2-C8F8A3D7A1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230FC8-2827-83A9-9814-E3FAE29E3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27178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86" userDrawn="1">
          <p15:clr>
            <a:srgbClr val="FBAE40"/>
          </p15:clr>
        </p15:guide>
        <p15:guide id="2" pos="3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5B25D2-8B02-3905-53CC-89C563091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96AC66F-A77D-7297-4DE5-E9A5D384E3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DF57D86-6505-94AB-423D-4124A16B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43895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6980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A08D9-2562-BC14-A42A-8AF86DD2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201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F5763-4731-76CA-E72F-C1B4F1BE6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64571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B4851086-6E09-2AF6-4942-87E1883B7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2CA29CB-25A4-7E1D-809C-F9705F2F85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326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10" r:id="rId2"/>
    <p:sldLayoutId id="2147483740" r:id="rId3"/>
    <p:sldLayoutId id="2147483723" r:id="rId4"/>
    <p:sldLayoutId id="2147483672" r:id="rId5"/>
    <p:sldLayoutId id="2147483717" r:id="rId6"/>
    <p:sldLayoutId id="2147483712" r:id="rId7"/>
    <p:sldLayoutId id="2147483713" r:id="rId8"/>
    <p:sldLayoutId id="2147483714" r:id="rId9"/>
    <p:sldLayoutId id="2147483728" r:id="rId10"/>
    <p:sldLayoutId id="2147483708" r:id="rId11"/>
    <p:sldLayoutId id="2147483739" r:id="rId12"/>
    <p:sldLayoutId id="2147483731" r:id="rId13"/>
    <p:sldLayoutId id="2147483704" r:id="rId14"/>
    <p:sldLayoutId id="2147483705" r:id="rId15"/>
    <p:sldLayoutId id="2147483695" r:id="rId16"/>
    <p:sldLayoutId id="214748371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rgbClr val="078F68"/>
          </a:solidFill>
          <a:latin typeface="Kalinga" panose="020B0502040204020203" pitchFamily="34" charset="0"/>
          <a:ea typeface="+mj-ea"/>
          <a:cs typeface="Kalinga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0"/>
        </a:buBlip>
        <a:defRPr sz="24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 userDrawn="1">
          <p15:clr>
            <a:srgbClr val="F26B43"/>
          </p15:clr>
        </p15:guide>
        <p15:guide id="2" pos="3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Relationship Id="rId9" Type="http://schemas.openxmlformats.org/officeDocument/2006/relationships/image" Target="../media/image35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20A99-06A6-DBF3-1F57-D1546A584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7FFC6-38ED-8075-8B86-D77D0E33CC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15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A831-8D16-F09B-28C2-3DB7AB4A6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CF84A0-5B07-5206-1774-D5F176B54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2</a:t>
            </a:fld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28BD5-4709-5918-D373-1A63967A78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112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3203C3-F83F-8839-6D41-15B01C00CB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L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840835-CF31-6FB3-B437-C7DDCFA18A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F653E-6492-347D-D2BA-261F19BAA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3</a:t>
            </a:fld>
            <a:endParaRPr lang="en-I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AF00D2-B1BC-2F25-5B7C-994863323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31106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4D46F7E-E2EB-FA42-99A3-4BFB965E79F2}"/>
              </a:ext>
            </a:extLst>
          </p:cNvPr>
          <p:cNvSpPr/>
          <p:nvPr/>
        </p:nvSpPr>
        <p:spPr>
          <a:xfrm>
            <a:off x="955952" y="2967413"/>
            <a:ext cx="2460097" cy="1498664"/>
          </a:xfrm>
          <a:prstGeom prst="roundRect">
            <a:avLst>
              <a:gd name="adj" fmla="val 4979"/>
            </a:avLst>
          </a:prstGeom>
          <a:solidFill>
            <a:srgbClr val="F6F6F7"/>
          </a:solidFill>
          <a:ln w="19050" cap="flat" cmpd="sng" algn="ctr">
            <a:gradFill>
              <a:gsLst>
                <a:gs pos="0">
                  <a:srgbClr val="38D9A7">
                    <a:lumMod val="5000"/>
                    <a:lumOff val="95000"/>
                  </a:srgbClr>
                </a:gs>
                <a:gs pos="25000">
                  <a:srgbClr val="B5CBCB"/>
                </a:gs>
                <a:gs pos="64000">
                  <a:srgbClr val="38D9A7">
                    <a:lumMod val="45000"/>
                    <a:lumOff val="55000"/>
                  </a:srgbClr>
                </a:gs>
                <a:gs pos="99000">
                  <a:srgbClr val="B5CBCB"/>
                </a:gs>
              </a:gsLst>
              <a:lin ang="5400000" scaled="1"/>
            </a:gradFill>
            <a:prstDash val="solid"/>
            <a:miter lim="800000"/>
          </a:ln>
          <a:effectLst>
            <a:outerShdw blurRad="135666" dist="63329" dir="5400000" sx="97000" sy="97000" algn="ctr" rotWithShape="0">
              <a:srgbClr val="168763">
                <a:alpha val="16083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L" sz="1800" u="none" strike="noStrike" kern="0" cap="none" spc="0" normalizeH="0" baseline="0" noProof="0" dirty="0">
                <a:ln>
                  <a:noFill/>
                </a:ln>
                <a:solidFill>
                  <a:srgbClr val="F6F6F7"/>
                </a:solidFill>
                <a:effectLst/>
                <a:uLnTx/>
                <a:uFillTx/>
                <a:latin typeface="Kalinga" panose="020B0502040204020203" pitchFamily="34" charset="0"/>
                <a:ea typeface="+mn-ea"/>
                <a:cs typeface="+mn-cs"/>
              </a:rPr>
              <a:t>[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22C5E10-997A-8A42-7769-814EC8F9ACA8}"/>
              </a:ext>
            </a:extLst>
          </p:cNvPr>
          <p:cNvSpPr/>
          <p:nvPr/>
        </p:nvSpPr>
        <p:spPr>
          <a:xfrm>
            <a:off x="4211618" y="1862094"/>
            <a:ext cx="2460097" cy="1498664"/>
          </a:xfrm>
          <a:prstGeom prst="roundRect">
            <a:avLst>
              <a:gd name="adj" fmla="val 4979"/>
            </a:avLst>
          </a:prstGeom>
          <a:solidFill>
            <a:srgbClr val="F6F6F7"/>
          </a:solidFill>
          <a:ln w="19050" cap="flat" cmpd="sng" algn="ctr">
            <a:gradFill>
              <a:gsLst>
                <a:gs pos="0">
                  <a:srgbClr val="38D9A7">
                    <a:lumMod val="5000"/>
                    <a:lumOff val="95000"/>
                  </a:srgbClr>
                </a:gs>
                <a:gs pos="25000">
                  <a:srgbClr val="B5CBCB"/>
                </a:gs>
                <a:gs pos="64000">
                  <a:srgbClr val="38D9A7">
                    <a:lumMod val="45000"/>
                    <a:lumOff val="55000"/>
                  </a:srgbClr>
                </a:gs>
                <a:gs pos="99000">
                  <a:srgbClr val="B5CBCB"/>
                </a:gs>
              </a:gsLst>
              <a:lin ang="5400000" scaled="1"/>
            </a:gradFill>
            <a:prstDash val="solid"/>
            <a:miter lim="800000"/>
          </a:ln>
          <a:effectLst>
            <a:outerShdw blurRad="135666" dist="63329" dir="5400000" sx="97000" sy="97000" algn="ctr" rotWithShape="0">
              <a:srgbClr val="168763">
                <a:alpha val="16083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L" sz="1800" u="none" strike="noStrike" kern="0" cap="none" spc="0" normalizeH="0" baseline="0" noProof="0" dirty="0">
                <a:ln>
                  <a:noFill/>
                </a:ln>
                <a:solidFill>
                  <a:srgbClr val="F6F6F7"/>
                </a:solidFill>
                <a:effectLst/>
                <a:uLnTx/>
                <a:uFillTx/>
                <a:latin typeface="Kalinga" panose="020B0502040204020203" pitchFamily="34" charset="0"/>
                <a:ea typeface="+mn-ea"/>
                <a:cs typeface="+mn-cs"/>
              </a:rPr>
              <a:t>[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938716B-B498-6702-47B7-C3B60FE2A5EF}"/>
              </a:ext>
            </a:extLst>
          </p:cNvPr>
          <p:cNvSpPr/>
          <p:nvPr/>
        </p:nvSpPr>
        <p:spPr>
          <a:xfrm>
            <a:off x="8018790" y="1862094"/>
            <a:ext cx="2460097" cy="1498664"/>
          </a:xfrm>
          <a:prstGeom prst="roundRect">
            <a:avLst>
              <a:gd name="adj" fmla="val 4979"/>
            </a:avLst>
          </a:prstGeom>
          <a:solidFill>
            <a:srgbClr val="F6F6F7"/>
          </a:solidFill>
          <a:ln w="19050" cap="flat" cmpd="sng" algn="ctr">
            <a:gradFill>
              <a:gsLst>
                <a:gs pos="0">
                  <a:srgbClr val="38D9A7">
                    <a:lumMod val="5000"/>
                    <a:lumOff val="95000"/>
                  </a:srgbClr>
                </a:gs>
                <a:gs pos="25000">
                  <a:srgbClr val="B5CBCB"/>
                </a:gs>
                <a:gs pos="64000">
                  <a:srgbClr val="38D9A7">
                    <a:lumMod val="45000"/>
                    <a:lumOff val="55000"/>
                  </a:srgbClr>
                </a:gs>
                <a:gs pos="99000">
                  <a:srgbClr val="B5CBCB"/>
                </a:gs>
              </a:gsLst>
              <a:lin ang="5400000" scaled="1"/>
            </a:gradFill>
            <a:prstDash val="solid"/>
            <a:miter lim="800000"/>
          </a:ln>
          <a:effectLst>
            <a:outerShdw blurRad="135666" dist="63329" dir="5400000" sx="97000" sy="97000" algn="ctr" rotWithShape="0">
              <a:srgbClr val="168763">
                <a:alpha val="16083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L" sz="1800" u="none" strike="noStrike" kern="0" cap="none" spc="0" normalizeH="0" baseline="0" noProof="0" dirty="0">
                <a:ln>
                  <a:noFill/>
                </a:ln>
                <a:solidFill>
                  <a:srgbClr val="F6F6F7"/>
                </a:solidFill>
                <a:effectLst/>
                <a:uLnTx/>
                <a:uFillTx/>
                <a:latin typeface="Kalinga" panose="020B0502040204020203" pitchFamily="34" charset="0"/>
                <a:ea typeface="+mn-ea"/>
                <a:cs typeface="+mn-cs"/>
              </a:rPr>
              <a:t>[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C3D0A7F-F2EB-9F51-8B22-33AB623E27AD}"/>
              </a:ext>
            </a:extLst>
          </p:cNvPr>
          <p:cNvSpPr/>
          <p:nvPr/>
        </p:nvSpPr>
        <p:spPr>
          <a:xfrm>
            <a:off x="4978135" y="4349601"/>
            <a:ext cx="2460097" cy="1498664"/>
          </a:xfrm>
          <a:prstGeom prst="roundRect">
            <a:avLst>
              <a:gd name="adj" fmla="val 4979"/>
            </a:avLst>
          </a:prstGeom>
          <a:solidFill>
            <a:srgbClr val="F6F6F7"/>
          </a:solidFill>
          <a:ln w="19050" cap="flat" cmpd="sng" algn="ctr">
            <a:gradFill>
              <a:gsLst>
                <a:gs pos="0">
                  <a:srgbClr val="38D9A7">
                    <a:lumMod val="5000"/>
                    <a:lumOff val="95000"/>
                  </a:srgbClr>
                </a:gs>
                <a:gs pos="25000">
                  <a:srgbClr val="B5CBCB"/>
                </a:gs>
                <a:gs pos="64000">
                  <a:srgbClr val="38D9A7">
                    <a:lumMod val="45000"/>
                    <a:lumOff val="55000"/>
                  </a:srgbClr>
                </a:gs>
                <a:gs pos="99000">
                  <a:srgbClr val="B5CBCB"/>
                </a:gs>
              </a:gsLst>
              <a:lin ang="5400000" scaled="1"/>
            </a:gradFill>
            <a:prstDash val="solid"/>
            <a:miter lim="800000"/>
          </a:ln>
          <a:effectLst>
            <a:outerShdw blurRad="135666" dist="63329" dir="5400000" sx="97000" sy="97000" algn="ctr" rotWithShape="0">
              <a:srgbClr val="168763">
                <a:alpha val="16083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L" sz="1800" u="none" strike="noStrike" kern="0" cap="none" spc="0" normalizeH="0" baseline="0" noProof="0" dirty="0">
                <a:ln>
                  <a:noFill/>
                </a:ln>
                <a:solidFill>
                  <a:srgbClr val="F6F6F7"/>
                </a:solidFill>
                <a:effectLst/>
                <a:uLnTx/>
                <a:uFillTx/>
                <a:latin typeface="Kalinga" panose="020B0502040204020203" pitchFamily="34" charset="0"/>
                <a:ea typeface="+mn-ea"/>
                <a:cs typeface="+mn-cs"/>
              </a:rPr>
              <a:t>[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F0C2B34-1003-21A7-9C43-A2102398EA78}"/>
              </a:ext>
            </a:extLst>
          </p:cNvPr>
          <p:cNvSpPr/>
          <p:nvPr/>
        </p:nvSpPr>
        <p:spPr>
          <a:xfrm>
            <a:off x="9262752" y="4258161"/>
            <a:ext cx="2460097" cy="1498664"/>
          </a:xfrm>
          <a:prstGeom prst="roundRect">
            <a:avLst>
              <a:gd name="adj" fmla="val 4979"/>
            </a:avLst>
          </a:prstGeom>
          <a:solidFill>
            <a:srgbClr val="F6F6F7"/>
          </a:solidFill>
          <a:ln w="19050" cap="flat" cmpd="sng" algn="ctr">
            <a:gradFill>
              <a:gsLst>
                <a:gs pos="0">
                  <a:srgbClr val="38D9A7">
                    <a:lumMod val="5000"/>
                    <a:lumOff val="95000"/>
                  </a:srgbClr>
                </a:gs>
                <a:gs pos="25000">
                  <a:srgbClr val="B5CBCB"/>
                </a:gs>
                <a:gs pos="64000">
                  <a:srgbClr val="38D9A7">
                    <a:lumMod val="45000"/>
                    <a:lumOff val="55000"/>
                  </a:srgbClr>
                </a:gs>
                <a:gs pos="99000">
                  <a:srgbClr val="B5CBCB"/>
                </a:gs>
              </a:gsLst>
              <a:lin ang="5400000" scaled="1"/>
            </a:gradFill>
            <a:prstDash val="solid"/>
            <a:miter lim="800000"/>
          </a:ln>
          <a:effectLst>
            <a:outerShdw blurRad="135666" dist="63329" dir="5400000" sx="97000" sy="97000" algn="ctr" rotWithShape="0">
              <a:srgbClr val="168763">
                <a:alpha val="16083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L" sz="1800" u="none" strike="noStrike" kern="0" cap="none" spc="0" normalizeH="0" baseline="0" noProof="0" dirty="0">
                <a:ln>
                  <a:noFill/>
                </a:ln>
                <a:solidFill>
                  <a:srgbClr val="F6F6F7"/>
                </a:solidFill>
                <a:effectLst/>
                <a:uLnTx/>
                <a:uFillTx/>
                <a:latin typeface="Kalinga" panose="020B0502040204020203" pitchFamily="34" charset="0"/>
                <a:ea typeface="+mn-ea"/>
                <a:cs typeface="+mn-cs"/>
              </a:rPr>
              <a:t>[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3334240-2F85-851D-108E-5905188D3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4</a:t>
            </a:fld>
            <a:endParaRPr lang="en-I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0FFE9F-54DF-07D0-8152-68A59D749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sz="3600" dirty="0"/>
              <a:t>Cato Global Lorem I</a:t>
            </a:r>
            <a:r>
              <a:rPr lang="en-US" sz="3600" dirty="0"/>
              <a:t>p</a:t>
            </a:r>
            <a:r>
              <a:rPr lang="en-IL" sz="3600" dirty="0"/>
              <a:t>sum Dolor</a:t>
            </a:r>
            <a:endParaRPr lang="en-IL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5AE241BF-2AEC-74A3-B155-B968A9BC87A3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0339388" y="6356350"/>
            <a:ext cx="1852612" cy="365125"/>
          </a:xfrm>
          <a:prstGeom prst="rect">
            <a:avLst/>
          </a:prstGeom>
        </p:spPr>
        <p:txBody>
          <a:bodyPr/>
          <a:lstStyle/>
          <a:p>
            <a:fld id="{CB594174-749B-5444-8BA7-15EA806B86CD}" type="datetime4">
              <a:rPr lang="en-US" smtClean="0">
                <a:latin typeface="Kalinga" panose="020B0502040204020203" pitchFamily="34" charset="0"/>
              </a:rPr>
              <a:t>June 5, 2026</a:t>
            </a:fld>
            <a:endParaRPr lang="en-IL" dirty="0">
              <a:latin typeface="Kalinga" panose="020B0502040204020203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AB3BE53-3A26-26A5-8DA0-608A82AB64FD}"/>
              </a:ext>
            </a:extLst>
          </p:cNvPr>
          <p:cNvSpPr/>
          <p:nvPr/>
        </p:nvSpPr>
        <p:spPr>
          <a:xfrm>
            <a:off x="2613272" y="2604506"/>
            <a:ext cx="143493" cy="1434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>
              <a:solidFill>
                <a:schemeClr val="accent1"/>
              </a:solidFill>
              <a:latin typeface="Kalinga" panose="020B0502040204020203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B413898-59B3-A0BF-F539-94A83A850764}"/>
              </a:ext>
            </a:extLst>
          </p:cNvPr>
          <p:cNvSpPr/>
          <p:nvPr/>
        </p:nvSpPr>
        <p:spPr>
          <a:xfrm>
            <a:off x="5495206" y="3587308"/>
            <a:ext cx="143493" cy="14349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>
              <a:solidFill>
                <a:schemeClr val="accent1"/>
              </a:solidFill>
              <a:latin typeface="Kalinga" panose="020B0502040204020203" pitchFamily="34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728FE75-EBD9-8C37-C78E-68E42F3F53C4}"/>
              </a:ext>
            </a:extLst>
          </p:cNvPr>
          <p:cNvSpPr/>
          <p:nvPr/>
        </p:nvSpPr>
        <p:spPr>
          <a:xfrm>
            <a:off x="6873123" y="3863924"/>
            <a:ext cx="143493" cy="14349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>
              <a:latin typeface="Kalinga" panose="020B0502040204020203" pitchFamily="34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C99B50A-5650-0B9B-0C08-15DDAC617388}"/>
              </a:ext>
            </a:extLst>
          </p:cNvPr>
          <p:cNvSpPr/>
          <p:nvPr/>
        </p:nvSpPr>
        <p:spPr>
          <a:xfrm>
            <a:off x="7565995" y="2895667"/>
            <a:ext cx="143493" cy="1434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>
              <a:solidFill>
                <a:schemeClr val="accent1"/>
              </a:solidFill>
              <a:latin typeface="Kalinga" panose="020B0502040204020203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2C2E0A6-218D-DD3E-BADB-C8219B477FCD}"/>
              </a:ext>
            </a:extLst>
          </p:cNvPr>
          <p:cNvSpPr/>
          <p:nvPr/>
        </p:nvSpPr>
        <p:spPr>
          <a:xfrm>
            <a:off x="8943546" y="5129984"/>
            <a:ext cx="143493" cy="14349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>
              <a:solidFill>
                <a:schemeClr val="accent3"/>
              </a:solidFill>
              <a:latin typeface="Kalinga" panose="020B0502040204020203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CD6D12DD-39F9-CE4A-F90F-20DC1F108F88}"/>
              </a:ext>
            </a:extLst>
          </p:cNvPr>
          <p:cNvSpPr txBox="1">
            <a:spLocks/>
          </p:cNvSpPr>
          <p:nvPr/>
        </p:nvSpPr>
        <p:spPr>
          <a:xfrm>
            <a:off x="1087187" y="3583272"/>
            <a:ext cx="2183165" cy="130197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accent6">
                    <a:lumMod val="60000"/>
                    <a:lumOff val="4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</a:pPr>
            <a:r>
              <a:rPr lang="en-US" sz="1400" dirty="0" err="1">
                <a:solidFill>
                  <a:schemeClr val="bg1"/>
                </a:solidFill>
              </a:rPr>
              <a:t>tempor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incididunt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ut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amet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sectetur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adipiscing</a:t>
            </a:r>
            <a:endParaRPr lang="en-IL" sz="140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A81D486C-F6F0-51A8-876B-AA700CDE4B4E}"/>
              </a:ext>
            </a:extLst>
          </p:cNvPr>
          <p:cNvSpPr txBox="1">
            <a:spLocks/>
          </p:cNvSpPr>
          <p:nvPr/>
        </p:nvSpPr>
        <p:spPr>
          <a:xfrm>
            <a:off x="1087187" y="3122601"/>
            <a:ext cx="2183165" cy="3752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i="0" kern="1200">
                <a:solidFill>
                  <a:schemeClr val="tx1"/>
                </a:solidFill>
                <a:latin typeface="Kalinga" panose="020B0502040204020203" pitchFamily="34" charset="0"/>
                <a:ea typeface="+mn-ea"/>
                <a:cs typeface="Kalinga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 </a:t>
            </a:r>
            <a:endParaRPr lang="en-IL" dirty="0">
              <a:solidFill>
                <a:schemeClr val="accent2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61FA4F82-EBA3-4618-C0C0-2AC36B04DBE9}"/>
              </a:ext>
            </a:extLst>
          </p:cNvPr>
          <p:cNvSpPr txBox="1">
            <a:spLocks/>
          </p:cNvSpPr>
          <p:nvPr/>
        </p:nvSpPr>
        <p:spPr>
          <a:xfrm>
            <a:off x="5096479" y="4835296"/>
            <a:ext cx="2183165" cy="130197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accent6">
                    <a:lumMod val="60000"/>
                    <a:lumOff val="4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</a:pPr>
            <a:r>
              <a:rPr lang="en-US" sz="1400" dirty="0" err="1">
                <a:solidFill>
                  <a:schemeClr val="bg1"/>
                </a:solidFill>
              </a:rPr>
              <a:t>tempor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incididunt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ut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ut</a:t>
            </a:r>
            <a:r>
              <a:rPr lang="en-US" sz="1400" dirty="0">
                <a:solidFill>
                  <a:schemeClr val="bg1"/>
                </a:solidFill>
              </a:rPr>
              <a:t> Lorem ipsum dolor sit </a:t>
            </a:r>
            <a:r>
              <a:rPr lang="en-US" sz="1400" dirty="0" err="1">
                <a:solidFill>
                  <a:schemeClr val="bg1"/>
                </a:solidFill>
              </a:rPr>
              <a:t>amet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consectetur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adipiscing</a:t>
            </a:r>
            <a:endParaRPr lang="en-IL" sz="1400" dirty="0">
              <a:solidFill>
                <a:schemeClr val="bg1"/>
              </a:solidFill>
            </a:endParaRP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C1CBBFB2-3E7A-29DC-B7EF-C036D407DC40}"/>
              </a:ext>
            </a:extLst>
          </p:cNvPr>
          <p:cNvSpPr txBox="1">
            <a:spLocks/>
          </p:cNvSpPr>
          <p:nvPr/>
        </p:nvSpPr>
        <p:spPr>
          <a:xfrm>
            <a:off x="5096479" y="4374625"/>
            <a:ext cx="2183165" cy="3752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i="0" kern="1200">
                <a:solidFill>
                  <a:schemeClr val="tx1"/>
                </a:solidFill>
                <a:latin typeface="Kalinga" panose="020B0502040204020203" pitchFamily="34" charset="0"/>
                <a:ea typeface="+mn-ea"/>
                <a:cs typeface="Kalinga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10% </a:t>
            </a:r>
            <a:endParaRPr lang="en-IL" dirty="0">
              <a:solidFill>
                <a:schemeClr val="accent1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6F7B389-38DD-320B-5D3F-CE2DD60A3000}"/>
              </a:ext>
            </a:extLst>
          </p:cNvPr>
          <p:cNvSpPr txBox="1">
            <a:spLocks/>
          </p:cNvSpPr>
          <p:nvPr/>
        </p:nvSpPr>
        <p:spPr>
          <a:xfrm>
            <a:off x="4272408" y="2451933"/>
            <a:ext cx="2183165" cy="81875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accent6">
                    <a:lumMod val="60000"/>
                    <a:lumOff val="4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</a:pPr>
            <a:r>
              <a:rPr lang="en-US" sz="1400" dirty="0" err="1">
                <a:solidFill>
                  <a:schemeClr val="bg1"/>
                </a:solidFill>
              </a:rPr>
              <a:t>tempor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incididunt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ut</a:t>
            </a:r>
            <a:r>
              <a:rPr lang="en-US" sz="1400" dirty="0">
                <a:solidFill>
                  <a:schemeClr val="bg1"/>
                </a:solidFill>
              </a:rPr>
              <a:t> sit </a:t>
            </a:r>
            <a:r>
              <a:rPr lang="en-US" sz="1400" dirty="0" err="1">
                <a:solidFill>
                  <a:schemeClr val="bg1"/>
                </a:solidFill>
              </a:rPr>
              <a:t>consectetur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adipiscing</a:t>
            </a:r>
            <a:endParaRPr lang="en-IL" sz="1400" dirty="0">
              <a:solidFill>
                <a:schemeClr val="bg1"/>
              </a:solidFill>
            </a:endParaRP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303158A7-3A2C-C1B6-1609-93C50AEBCD0A}"/>
              </a:ext>
            </a:extLst>
          </p:cNvPr>
          <p:cNvSpPr txBox="1">
            <a:spLocks/>
          </p:cNvSpPr>
          <p:nvPr/>
        </p:nvSpPr>
        <p:spPr>
          <a:xfrm>
            <a:off x="4272408" y="1991262"/>
            <a:ext cx="2183165" cy="3752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i="0" kern="1200">
                <a:solidFill>
                  <a:schemeClr val="tx1"/>
                </a:solidFill>
                <a:latin typeface="Kalinga" panose="020B0502040204020203" pitchFamily="34" charset="0"/>
                <a:ea typeface="+mn-ea"/>
                <a:cs typeface="Kalinga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10% </a:t>
            </a:r>
            <a:endParaRPr lang="en-IL" dirty="0">
              <a:solidFill>
                <a:schemeClr val="accent1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9A296172-4720-0F55-8664-E16783E7D5F2}"/>
              </a:ext>
            </a:extLst>
          </p:cNvPr>
          <p:cNvSpPr txBox="1">
            <a:spLocks/>
          </p:cNvSpPr>
          <p:nvPr/>
        </p:nvSpPr>
        <p:spPr>
          <a:xfrm>
            <a:off x="8064762" y="2359382"/>
            <a:ext cx="2183165" cy="122389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accent6">
                    <a:lumMod val="60000"/>
                    <a:lumOff val="4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</a:pPr>
            <a:r>
              <a:rPr lang="en-US" sz="1400" dirty="0" err="1">
                <a:solidFill>
                  <a:schemeClr val="bg1"/>
                </a:solidFill>
              </a:rPr>
              <a:t>tempor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incididunt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ut</a:t>
            </a:r>
            <a:r>
              <a:rPr lang="en-US" sz="1400" dirty="0">
                <a:solidFill>
                  <a:schemeClr val="bg1"/>
                </a:solidFill>
              </a:rPr>
              <a:t> ipsum dolor sit </a:t>
            </a:r>
            <a:r>
              <a:rPr lang="en-US" sz="1400" dirty="0" err="1">
                <a:solidFill>
                  <a:schemeClr val="bg1"/>
                </a:solidFill>
              </a:rPr>
              <a:t>amet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consectetur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adipiscing</a:t>
            </a:r>
            <a:endParaRPr lang="en-IL" sz="1400" dirty="0">
              <a:solidFill>
                <a:schemeClr val="bg1"/>
              </a:solidFill>
            </a:endParaRP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CB50B9CB-1F32-C7E3-D6E6-FFFBFD0E2E9D}"/>
              </a:ext>
            </a:extLst>
          </p:cNvPr>
          <p:cNvSpPr txBox="1">
            <a:spLocks/>
          </p:cNvSpPr>
          <p:nvPr/>
        </p:nvSpPr>
        <p:spPr>
          <a:xfrm>
            <a:off x="8064762" y="1898711"/>
            <a:ext cx="2183165" cy="3752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i="0" kern="1200">
                <a:solidFill>
                  <a:schemeClr val="tx1"/>
                </a:solidFill>
                <a:latin typeface="Kalinga" panose="020B0502040204020203" pitchFamily="34" charset="0"/>
                <a:ea typeface="+mn-ea"/>
                <a:cs typeface="Kalinga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 </a:t>
            </a:r>
            <a:endParaRPr lang="en-IL" dirty="0">
              <a:solidFill>
                <a:schemeClr val="accent2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E988424F-F5F1-B35F-32AD-DB3F896136AD}"/>
              </a:ext>
            </a:extLst>
          </p:cNvPr>
          <p:cNvSpPr txBox="1">
            <a:spLocks/>
          </p:cNvSpPr>
          <p:nvPr/>
        </p:nvSpPr>
        <p:spPr>
          <a:xfrm>
            <a:off x="9441174" y="4909829"/>
            <a:ext cx="2183165" cy="83324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b="0" i="0" kern="1200">
                <a:solidFill>
                  <a:schemeClr val="accent6">
                    <a:lumMod val="60000"/>
                    <a:lumOff val="40000"/>
                  </a:schemeClr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</a:pPr>
            <a:r>
              <a:rPr lang="en-US" sz="1400" dirty="0" err="1">
                <a:solidFill>
                  <a:schemeClr val="bg1"/>
                </a:solidFill>
              </a:rPr>
              <a:t>tempor</a:t>
            </a:r>
            <a:r>
              <a:rPr lang="en-US" sz="1400" dirty="0">
                <a:solidFill>
                  <a:schemeClr val="bg1"/>
                </a:solidFill>
              </a:rPr>
              <a:t> in </a:t>
            </a:r>
            <a:r>
              <a:rPr lang="en-US" sz="1400" dirty="0" err="1">
                <a:solidFill>
                  <a:schemeClr val="bg1"/>
                </a:solidFill>
              </a:rPr>
              <a:t>amet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consectetur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cididunt</a:t>
            </a:r>
            <a:endParaRPr lang="en-IL" sz="1400" dirty="0">
              <a:solidFill>
                <a:schemeClr val="bg1"/>
              </a:solidFill>
            </a:endParaRP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CE84A8D0-FAC6-96D9-95CD-D37531A8C663}"/>
              </a:ext>
            </a:extLst>
          </p:cNvPr>
          <p:cNvSpPr txBox="1">
            <a:spLocks/>
          </p:cNvSpPr>
          <p:nvPr/>
        </p:nvSpPr>
        <p:spPr>
          <a:xfrm>
            <a:off x="9441174" y="4449158"/>
            <a:ext cx="2183165" cy="3752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i="0" kern="1200">
                <a:solidFill>
                  <a:schemeClr val="tx1"/>
                </a:solidFill>
                <a:latin typeface="Kalinga" panose="020B0502040204020203" pitchFamily="34" charset="0"/>
                <a:ea typeface="+mn-ea"/>
                <a:cs typeface="Kalinga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3"/>
                </a:solidFill>
                <a:latin typeface="Poppins SemiBold" pitchFamily="2" charset="77"/>
                <a:cs typeface="Poppins SemiBold" pitchFamily="2" charset="77"/>
              </a:rPr>
              <a:t>10% </a:t>
            </a:r>
            <a:endParaRPr lang="en-IL" dirty="0">
              <a:solidFill>
                <a:schemeClr val="accent3"/>
              </a:solidFill>
              <a:latin typeface="Poppins SemiBold" pitchFamily="2" charset="77"/>
              <a:cs typeface="Poppins SemiBold" pitchFamily="2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18300E1-27DD-95E4-0B77-2C9E1114769F}"/>
              </a:ext>
            </a:extLst>
          </p:cNvPr>
          <p:cNvSpPr/>
          <p:nvPr/>
        </p:nvSpPr>
        <p:spPr>
          <a:xfrm>
            <a:off x="3850225" y="2185732"/>
            <a:ext cx="143493" cy="14349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>
              <a:latin typeface="Kaling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36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97504-E64D-7610-9C2D-7B8384A09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15394" y="6353847"/>
            <a:ext cx="1772479" cy="365125"/>
          </a:xfrm>
          <a:prstGeom prst="rect">
            <a:avLst/>
          </a:prstGeom>
        </p:spPr>
        <p:txBody>
          <a:bodyPr/>
          <a:lstStyle/>
          <a:p>
            <a:fld id="{1D642B32-C527-CF47-880F-37902B4E1AA3}" type="slidenum">
              <a:rPr lang="en-IL" smtClean="0"/>
              <a:pPr/>
              <a:t>5</a:t>
            </a:fld>
            <a:endParaRPr lang="en-IL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259F5DE-ABFC-4435-B07D-D6D24C700703}"/>
              </a:ext>
            </a:extLst>
          </p:cNvPr>
          <p:cNvSpPr/>
          <p:nvPr/>
        </p:nvSpPr>
        <p:spPr>
          <a:xfrm>
            <a:off x="211811" y="136525"/>
            <a:ext cx="11768378" cy="5826953"/>
          </a:xfrm>
          <a:prstGeom prst="roundRect">
            <a:avLst>
              <a:gd name="adj" fmla="val 4979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473323" dist="25400" dir="5400000" sx="101437" sy="101437" algn="ctr" rotWithShape="0">
              <a:schemeClr val="bg2">
                <a:alpha val="1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>
              <a:latin typeface="Kalinga" panose="020B0502040204020203" pitchFamily="34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5566DE8-7D91-14AA-2BC3-DEDBA8960C3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5547" y="504177"/>
            <a:ext cx="9986548" cy="715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bg2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Slide Title Goes Here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06B87FA-B0A1-D848-8DB6-344634C95B00}"/>
              </a:ext>
            </a:extLst>
          </p:cNvPr>
          <p:cNvGraphicFramePr>
            <a:graphicFrameLocks noGrp="1"/>
          </p:cNvGraphicFramePr>
          <p:nvPr/>
        </p:nvGraphicFramePr>
        <p:xfrm>
          <a:off x="509759" y="1614223"/>
          <a:ext cx="3417073" cy="828136"/>
        </p:xfrm>
        <a:graphic>
          <a:graphicData uri="http://schemas.openxmlformats.org/drawingml/2006/table">
            <a:tbl>
              <a:tblPr/>
              <a:tblGrid>
                <a:gridCol w="3417073">
                  <a:extLst>
                    <a:ext uri="{9D8B030D-6E8A-4147-A177-3AD203B41FA5}">
                      <a16:colId xmlns:a16="http://schemas.microsoft.com/office/drawing/2014/main" val="363205424"/>
                    </a:ext>
                  </a:extLst>
                </a:gridCol>
              </a:tblGrid>
              <a:tr h="828136">
                <a:tc>
                  <a:txBody>
                    <a:bodyPr/>
                    <a:lstStyle/>
                    <a:p>
                      <a:endParaRPr lang="en-IL" b="0" i="0" dirty="0">
                        <a:latin typeface="Kalinga" panose="020B0502040204020203" pitchFamily="34" charset="0"/>
                      </a:endParaRPr>
                    </a:p>
                  </a:txBody>
                  <a:tcPr>
                    <a:lnL w="6350" cmpd="sng">
                      <a:solidFill>
                        <a:schemeClr val="bg2"/>
                      </a:solidFill>
                      <a:prstDash val="solid"/>
                    </a:lnL>
                    <a:lnR w="6350" cmpd="sng">
                      <a:solidFill>
                        <a:schemeClr val="bg2"/>
                      </a:solidFill>
                      <a:prstDash val="solid"/>
                    </a:lnR>
                    <a:lnT w="6350" cmpd="sng">
                      <a:solidFill>
                        <a:schemeClr val="bg2"/>
                      </a:solidFill>
                      <a:prstDash val="solid"/>
                    </a:lnT>
                    <a:lnB w="6350" cmpd="sng">
                      <a:solidFill>
                        <a:schemeClr val="bg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63475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8379CC3-EE4D-6CC3-5127-A44DF708EC8B}"/>
              </a:ext>
            </a:extLst>
          </p:cNvPr>
          <p:cNvGraphicFramePr>
            <a:graphicFrameLocks noGrp="1"/>
          </p:cNvGraphicFramePr>
          <p:nvPr/>
        </p:nvGraphicFramePr>
        <p:xfrm>
          <a:off x="505180" y="2442359"/>
          <a:ext cx="3421654" cy="787288"/>
        </p:xfrm>
        <a:graphic>
          <a:graphicData uri="http://schemas.openxmlformats.org/drawingml/2006/table">
            <a:tbl>
              <a:tblPr/>
              <a:tblGrid>
                <a:gridCol w="3421654">
                  <a:extLst>
                    <a:ext uri="{9D8B030D-6E8A-4147-A177-3AD203B41FA5}">
                      <a16:colId xmlns:a16="http://schemas.microsoft.com/office/drawing/2014/main" val="1675480298"/>
                    </a:ext>
                  </a:extLst>
                </a:gridCol>
              </a:tblGrid>
              <a:tr h="787288">
                <a:tc>
                  <a:txBody>
                    <a:bodyPr/>
                    <a:lstStyle/>
                    <a:p>
                      <a:endParaRPr lang="en-IL" b="0" i="0" dirty="0">
                        <a:latin typeface="Kalinga" panose="020B0502040204020203" pitchFamily="34" charset="0"/>
                      </a:endParaRPr>
                    </a:p>
                  </a:txBody>
                  <a:tcPr>
                    <a:lnL w="6350" cmpd="sng">
                      <a:solidFill>
                        <a:schemeClr val="bg2"/>
                      </a:solidFill>
                      <a:prstDash val="solid"/>
                    </a:lnL>
                    <a:lnR w="6350" cmpd="sng">
                      <a:solidFill>
                        <a:schemeClr val="bg2"/>
                      </a:solidFill>
                      <a:prstDash val="solid"/>
                    </a:lnR>
                    <a:lnT w="6350" cmpd="sng">
                      <a:solidFill>
                        <a:schemeClr val="bg2"/>
                      </a:solidFill>
                      <a:prstDash val="solid"/>
                    </a:lnT>
                    <a:lnB w="6350" cmpd="sng">
                      <a:solidFill>
                        <a:schemeClr val="bg2"/>
                      </a:solidFill>
                      <a:prstDash val="solid"/>
                    </a:lnB>
                    <a:solidFill>
                      <a:srgbClr val="E9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03494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FB8AEA6-E150-71EF-482D-A3A0A5420487}"/>
              </a:ext>
            </a:extLst>
          </p:cNvPr>
          <p:cNvGraphicFramePr>
            <a:graphicFrameLocks noGrp="1"/>
          </p:cNvGraphicFramePr>
          <p:nvPr/>
        </p:nvGraphicFramePr>
        <p:xfrm>
          <a:off x="3926834" y="2442359"/>
          <a:ext cx="3634257" cy="797857"/>
        </p:xfrm>
        <a:graphic>
          <a:graphicData uri="http://schemas.openxmlformats.org/drawingml/2006/table">
            <a:tbl>
              <a:tblPr/>
              <a:tblGrid>
                <a:gridCol w="3634257">
                  <a:extLst>
                    <a:ext uri="{9D8B030D-6E8A-4147-A177-3AD203B41FA5}">
                      <a16:colId xmlns:a16="http://schemas.microsoft.com/office/drawing/2014/main" val="1675480298"/>
                    </a:ext>
                  </a:extLst>
                </a:gridCol>
              </a:tblGrid>
              <a:tr h="797857">
                <a:tc>
                  <a:txBody>
                    <a:bodyPr/>
                    <a:lstStyle/>
                    <a:p>
                      <a:endParaRPr lang="en-IL" b="0" i="0" dirty="0">
                        <a:latin typeface="Kalinga" panose="020B0502040204020203" pitchFamily="34" charset="0"/>
                      </a:endParaRPr>
                    </a:p>
                  </a:txBody>
                  <a:tcPr>
                    <a:lnL w="6350" cmpd="sng">
                      <a:solidFill>
                        <a:schemeClr val="bg2"/>
                      </a:solidFill>
                      <a:prstDash val="solid"/>
                    </a:lnL>
                    <a:lnR w="6350" cmpd="sng">
                      <a:solidFill>
                        <a:schemeClr val="bg2"/>
                      </a:solidFill>
                      <a:prstDash val="solid"/>
                    </a:lnR>
                    <a:lnT w="6350" cmpd="sng">
                      <a:solidFill>
                        <a:schemeClr val="bg2"/>
                      </a:solidFill>
                      <a:prstDash val="solid"/>
                    </a:lnT>
                    <a:lnB w="6350" cmpd="sng">
                      <a:solidFill>
                        <a:schemeClr val="bg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034947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6E3DE5C-0AA9-BEAE-1BE6-2F7368BC2ED1}"/>
              </a:ext>
            </a:extLst>
          </p:cNvPr>
          <p:cNvGraphicFramePr>
            <a:graphicFrameLocks noGrp="1"/>
          </p:cNvGraphicFramePr>
          <p:nvPr/>
        </p:nvGraphicFramePr>
        <p:xfrm>
          <a:off x="505180" y="3239444"/>
          <a:ext cx="3421654" cy="787288"/>
        </p:xfrm>
        <a:graphic>
          <a:graphicData uri="http://schemas.openxmlformats.org/drawingml/2006/table">
            <a:tbl>
              <a:tblPr/>
              <a:tblGrid>
                <a:gridCol w="3421654">
                  <a:extLst>
                    <a:ext uri="{9D8B030D-6E8A-4147-A177-3AD203B41FA5}">
                      <a16:colId xmlns:a16="http://schemas.microsoft.com/office/drawing/2014/main" val="1675480298"/>
                    </a:ext>
                  </a:extLst>
                </a:gridCol>
              </a:tblGrid>
              <a:tr h="787288">
                <a:tc>
                  <a:txBody>
                    <a:bodyPr/>
                    <a:lstStyle/>
                    <a:p>
                      <a:endParaRPr lang="en-IL" b="0" i="0" dirty="0">
                        <a:latin typeface="Kalinga" panose="020B0502040204020203" pitchFamily="34" charset="0"/>
                      </a:endParaRPr>
                    </a:p>
                  </a:txBody>
                  <a:tcPr>
                    <a:lnL w="6350" cmpd="sng">
                      <a:solidFill>
                        <a:schemeClr val="bg2"/>
                      </a:solidFill>
                      <a:prstDash val="solid"/>
                    </a:lnL>
                    <a:lnR w="6350" cmpd="sng">
                      <a:solidFill>
                        <a:schemeClr val="bg2"/>
                      </a:solidFill>
                      <a:prstDash val="solid"/>
                    </a:lnR>
                    <a:lnT w="6350" cmpd="sng">
                      <a:solidFill>
                        <a:schemeClr val="bg2"/>
                      </a:solidFill>
                      <a:prstDash val="solid"/>
                    </a:lnT>
                    <a:lnB w="6350" cmpd="sng">
                      <a:solidFill>
                        <a:schemeClr val="bg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034947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4CEA2E6-83DF-8B09-E51D-5E8B364640AF}"/>
              </a:ext>
            </a:extLst>
          </p:cNvPr>
          <p:cNvGraphicFramePr>
            <a:graphicFrameLocks noGrp="1"/>
          </p:cNvGraphicFramePr>
          <p:nvPr/>
        </p:nvGraphicFramePr>
        <p:xfrm>
          <a:off x="3926834" y="3239444"/>
          <a:ext cx="3634257" cy="797857"/>
        </p:xfrm>
        <a:graphic>
          <a:graphicData uri="http://schemas.openxmlformats.org/drawingml/2006/table">
            <a:tbl>
              <a:tblPr/>
              <a:tblGrid>
                <a:gridCol w="3634257">
                  <a:extLst>
                    <a:ext uri="{9D8B030D-6E8A-4147-A177-3AD203B41FA5}">
                      <a16:colId xmlns:a16="http://schemas.microsoft.com/office/drawing/2014/main" val="1675480298"/>
                    </a:ext>
                  </a:extLst>
                </a:gridCol>
              </a:tblGrid>
              <a:tr h="797857">
                <a:tc>
                  <a:txBody>
                    <a:bodyPr/>
                    <a:lstStyle/>
                    <a:p>
                      <a:endParaRPr lang="en-IL" b="0" i="0" dirty="0">
                        <a:latin typeface="Kalinga" panose="020B0502040204020203" pitchFamily="34" charset="0"/>
                      </a:endParaRPr>
                    </a:p>
                  </a:txBody>
                  <a:tcPr>
                    <a:lnL w="6350" cmpd="sng">
                      <a:solidFill>
                        <a:schemeClr val="bg2"/>
                      </a:solidFill>
                      <a:prstDash val="solid"/>
                    </a:lnL>
                    <a:lnR w="6350" cmpd="sng">
                      <a:solidFill>
                        <a:schemeClr val="bg2"/>
                      </a:solidFill>
                      <a:prstDash val="solid"/>
                    </a:lnR>
                    <a:lnT w="6350" cmpd="sng">
                      <a:solidFill>
                        <a:schemeClr val="bg2"/>
                      </a:solidFill>
                      <a:prstDash val="solid"/>
                    </a:lnT>
                    <a:lnB w="6350" cmpd="sng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034947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D6E54AC-771D-7AC3-A402-450918C2B38F}"/>
              </a:ext>
            </a:extLst>
          </p:cNvPr>
          <p:cNvGraphicFramePr>
            <a:graphicFrameLocks noGrp="1"/>
          </p:cNvGraphicFramePr>
          <p:nvPr/>
        </p:nvGraphicFramePr>
        <p:xfrm>
          <a:off x="505180" y="4036528"/>
          <a:ext cx="3421654" cy="787288"/>
        </p:xfrm>
        <a:graphic>
          <a:graphicData uri="http://schemas.openxmlformats.org/drawingml/2006/table">
            <a:tbl>
              <a:tblPr/>
              <a:tblGrid>
                <a:gridCol w="3421654">
                  <a:extLst>
                    <a:ext uri="{9D8B030D-6E8A-4147-A177-3AD203B41FA5}">
                      <a16:colId xmlns:a16="http://schemas.microsoft.com/office/drawing/2014/main" val="1675480298"/>
                    </a:ext>
                  </a:extLst>
                </a:gridCol>
              </a:tblGrid>
              <a:tr h="787288">
                <a:tc>
                  <a:txBody>
                    <a:bodyPr/>
                    <a:lstStyle/>
                    <a:p>
                      <a:endParaRPr lang="en-IL" b="0" i="0" dirty="0">
                        <a:latin typeface="Kalinga" panose="020B0502040204020203" pitchFamily="34" charset="0"/>
                      </a:endParaRPr>
                    </a:p>
                  </a:txBody>
                  <a:tcPr>
                    <a:lnL w="6350" cmpd="sng">
                      <a:solidFill>
                        <a:schemeClr val="bg2"/>
                      </a:solidFill>
                      <a:prstDash val="solid"/>
                    </a:lnL>
                    <a:lnR w="6350" cmpd="sng">
                      <a:solidFill>
                        <a:schemeClr val="bg2"/>
                      </a:solidFill>
                      <a:prstDash val="solid"/>
                    </a:lnR>
                    <a:lnT w="6350" cmpd="sng">
                      <a:solidFill>
                        <a:schemeClr val="bg2"/>
                      </a:solidFill>
                      <a:prstDash val="solid"/>
                    </a:lnT>
                    <a:lnB w="6350" cmpd="sng">
                      <a:solidFill>
                        <a:schemeClr val="bg2"/>
                      </a:solidFill>
                      <a:prstDash val="solid"/>
                    </a:lnB>
                    <a:solidFill>
                      <a:srgbClr val="E9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034947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86A978B-D405-A41E-4F63-82AFE532B391}"/>
              </a:ext>
            </a:extLst>
          </p:cNvPr>
          <p:cNvGraphicFramePr>
            <a:graphicFrameLocks noGrp="1"/>
          </p:cNvGraphicFramePr>
          <p:nvPr/>
        </p:nvGraphicFramePr>
        <p:xfrm>
          <a:off x="3926834" y="4036528"/>
          <a:ext cx="3634257" cy="797857"/>
        </p:xfrm>
        <a:graphic>
          <a:graphicData uri="http://schemas.openxmlformats.org/drawingml/2006/table">
            <a:tbl>
              <a:tblPr/>
              <a:tblGrid>
                <a:gridCol w="3634257">
                  <a:extLst>
                    <a:ext uri="{9D8B030D-6E8A-4147-A177-3AD203B41FA5}">
                      <a16:colId xmlns:a16="http://schemas.microsoft.com/office/drawing/2014/main" val="1675480298"/>
                    </a:ext>
                  </a:extLst>
                </a:gridCol>
              </a:tblGrid>
              <a:tr h="797857">
                <a:tc>
                  <a:txBody>
                    <a:bodyPr/>
                    <a:lstStyle/>
                    <a:p>
                      <a:endParaRPr lang="en-IL" b="0" i="0" dirty="0">
                        <a:latin typeface="Kalinga" panose="020B0502040204020203" pitchFamily="34" charset="0"/>
                      </a:endParaRPr>
                    </a:p>
                  </a:txBody>
                  <a:tcPr>
                    <a:lnL w="6350" cmpd="sng">
                      <a:solidFill>
                        <a:schemeClr val="bg2"/>
                      </a:solidFill>
                      <a:prstDash val="solid"/>
                    </a:lnL>
                    <a:lnR w="6350" cmpd="sng">
                      <a:solidFill>
                        <a:schemeClr val="bg2"/>
                      </a:solidFill>
                      <a:prstDash val="solid"/>
                    </a:lnR>
                    <a:lnT w="6350" cmpd="sng">
                      <a:solidFill>
                        <a:schemeClr val="bg2"/>
                      </a:solidFill>
                      <a:prstDash val="solid"/>
                    </a:lnT>
                    <a:lnB w="6350" cmpd="sng">
                      <a:solidFill>
                        <a:schemeClr val="bg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034947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98EEC9B-DED6-B8E3-446F-D3F3CA68B04C}"/>
              </a:ext>
            </a:extLst>
          </p:cNvPr>
          <p:cNvGraphicFramePr>
            <a:graphicFrameLocks noGrp="1"/>
          </p:cNvGraphicFramePr>
          <p:nvPr/>
        </p:nvGraphicFramePr>
        <p:xfrm>
          <a:off x="505180" y="4823044"/>
          <a:ext cx="3421654" cy="787288"/>
        </p:xfrm>
        <a:graphic>
          <a:graphicData uri="http://schemas.openxmlformats.org/drawingml/2006/table">
            <a:tbl>
              <a:tblPr/>
              <a:tblGrid>
                <a:gridCol w="3421654">
                  <a:extLst>
                    <a:ext uri="{9D8B030D-6E8A-4147-A177-3AD203B41FA5}">
                      <a16:colId xmlns:a16="http://schemas.microsoft.com/office/drawing/2014/main" val="1675480298"/>
                    </a:ext>
                  </a:extLst>
                </a:gridCol>
              </a:tblGrid>
              <a:tr h="787288">
                <a:tc>
                  <a:txBody>
                    <a:bodyPr/>
                    <a:lstStyle/>
                    <a:p>
                      <a:endParaRPr lang="en-IL" b="0" i="0" dirty="0">
                        <a:latin typeface="Kalinga" panose="020B0502040204020203" pitchFamily="34" charset="0"/>
                      </a:endParaRPr>
                    </a:p>
                  </a:txBody>
                  <a:tcPr>
                    <a:lnL w="6350" cmpd="sng">
                      <a:solidFill>
                        <a:schemeClr val="bg2"/>
                      </a:solidFill>
                      <a:prstDash val="solid"/>
                    </a:lnL>
                    <a:lnR w="6350" cmpd="sng">
                      <a:solidFill>
                        <a:schemeClr val="bg2"/>
                      </a:solidFill>
                      <a:prstDash val="solid"/>
                    </a:lnR>
                    <a:lnT w="6350" cmpd="sng">
                      <a:solidFill>
                        <a:schemeClr val="bg2"/>
                      </a:solidFill>
                      <a:prstDash val="solid"/>
                    </a:lnT>
                    <a:lnB w="6350" cmpd="sng">
                      <a:solidFill>
                        <a:schemeClr val="bg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034947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A2BDF7E4-1EB3-9787-C819-AD4058194813}"/>
              </a:ext>
            </a:extLst>
          </p:cNvPr>
          <p:cNvGraphicFramePr>
            <a:graphicFrameLocks noGrp="1"/>
          </p:cNvGraphicFramePr>
          <p:nvPr/>
        </p:nvGraphicFramePr>
        <p:xfrm>
          <a:off x="3926834" y="4823044"/>
          <a:ext cx="3634257" cy="797857"/>
        </p:xfrm>
        <a:graphic>
          <a:graphicData uri="http://schemas.openxmlformats.org/drawingml/2006/table">
            <a:tbl>
              <a:tblPr/>
              <a:tblGrid>
                <a:gridCol w="3634257">
                  <a:extLst>
                    <a:ext uri="{9D8B030D-6E8A-4147-A177-3AD203B41FA5}">
                      <a16:colId xmlns:a16="http://schemas.microsoft.com/office/drawing/2014/main" val="1675480298"/>
                    </a:ext>
                  </a:extLst>
                </a:gridCol>
              </a:tblGrid>
              <a:tr h="797857">
                <a:tc>
                  <a:txBody>
                    <a:bodyPr/>
                    <a:lstStyle/>
                    <a:p>
                      <a:endParaRPr lang="en-IL" b="0" i="0" dirty="0">
                        <a:latin typeface="Kalinga" panose="020B0502040204020203" pitchFamily="34" charset="0"/>
                      </a:endParaRPr>
                    </a:p>
                  </a:txBody>
                  <a:tcPr>
                    <a:lnL w="6350" cmpd="sng">
                      <a:solidFill>
                        <a:schemeClr val="bg2"/>
                      </a:solidFill>
                      <a:prstDash val="solid"/>
                    </a:lnL>
                    <a:lnR w="6350" cmpd="sng">
                      <a:solidFill>
                        <a:schemeClr val="bg2"/>
                      </a:solidFill>
                      <a:prstDash val="solid"/>
                    </a:lnR>
                    <a:lnT w="6350" cmpd="sng">
                      <a:solidFill>
                        <a:schemeClr val="bg2"/>
                      </a:solidFill>
                      <a:prstDash val="solid"/>
                    </a:lnT>
                    <a:lnB w="6350" cmpd="sng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034947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5B86F46-C623-AF80-0F60-E99F9CA27002}"/>
              </a:ext>
            </a:extLst>
          </p:cNvPr>
          <p:cNvGraphicFramePr>
            <a:graphicFrameLocks noGrp="1"/>
          </p:cNvGraphicFramePr>
          <p:nvPr/>
        </p:nvGraphicFramePr>
        <p:xfrm>
          <a:off x="3926833" y="1607950"/>
          <a:ext cx="3634257" cy="822904"/>
        </p:xfrm>
        <a:graphic>
          <a:graphicData uri="http://schemas.openxmlformats.org/drawingml/2006/table">
            <a:tbl>
              <a:tblPr/>
              <a:tblGrid>
                <a:gridCol w="3634257">
                  <a:extLst>
                    <a:ext uri="{9D8B030D-6E8A-4147-A177-3AD203B41FA5}">
                      <a16:colId xmlns:a16="http://schemas.microsoft.com/office/drawing/2014/main" val="1675480298"/>
                    </a:ext>
                  </a:extLst>
                </a:gridCol>
              </a:tblGrid>
              <a:tr h="822904">
                <a:tc>
                  <a:txBody>
                    <a:bodyPr/>
                    <a:lstStyle/>
                    <a:p>
                      <a:endParaRPr lang="en-IL" b="0" i="0" dirty="0">
                        <a:latin typeface="Kalinga" panose="020B0502040204020203" pitchFamily="34" charset="0"/>
                      </a:endParaRPr>
                    </a:p>
                  </a:txBody>
                  <a:tcPr>
                    <a:lnL w="6350" cmpd="sng">
                      <a:solidFill>
                        <a:schemeClr val="bg2"/>
                      </a:solidFill>
                      <a:prstDash val="solid"/>
                    </a:lnL>
                    <a:lnR w="6350" cmpd="sng">
                      <a:solidFill>
                        <a:schemeClr val="bg2"/>
                      </a:solidFill>
                      <a:prstDash val="solid"/>
                    </a:lnR>
                    <a:lnT w="6350" cmpd="sng">
                      <a:solidFill>
                        <a:schemeClr val="bg2"/>
                      </a:solidFill>
                      <a:prstDash val="solid"/>
                    </a:lnT>
                    <a:lnB w="6350" cmpd="sng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034947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51B91AA3-9663-5F7C-FCA4-47343CC0DD64}"/>
              </a:ext>
            </a:extLst>
          </p:cNvPr>
          <p:cNvGraphicFramePr>
            <a:graphicFrameLocks noGrp="1"/>
          </p:cNvGraphicFramePr>
          <p:nvPr/>
        </p:nvGraphicFramePr>
        <p:xfrm>
          <a:off x="7570330" y="1614178"/>
          <a:ext cx="3421654" cy="826936"/>
        </p:xfrm>
        <a:graphic>
          <a:graphicData uri="http://schemas.openxmlformats.org/drawingml/2006/table">
            <a:tbl>
              <a:tblPr/>
              <a:tblGrid>
                <a:gridCol w="3421654">
                  <a:extLst>
                    <a:ext uri="{9D8B030D-6E8A-4147-A177-3AD203B41FA5}">
                      <a16:colId xmlns:a16="http://schemas.microsoft.com/office/drawing/2014/main" val="4188473583"/>
                    </a:ext>
                  </a:extLst>
                </a:gridCol>
              </a:tblGrid>
              <a:tr h="826936">
                <a:tc>
                  <a:txBody>
                    <a:bodyPr/>
                    <a:lstStyle/>
                    <a:p>
                      <a:endParaRPr lang="en-IL" b="0" i="0" dirty="0">
                        <a:latin typeface="Kalinga" panose="020B0502040204020203" pitchFamily="34" charset="0"/>
                      </a:endParaRPr>
                    </a:p>
                  </a:txBody>
                  <a:tcPr>
                    <a:lnL w="6350" cmpd="sng">
                      <a:solidFill>
                        <a:schemeClr val="accent4"/>
                      </a:solidFill>
                      <a:prstDash val="solid"/>
                    </a:lnL>
                    <a:lnR w="6350" cmpd="sng">
                      <a:solidFill>
                        <a:schemeClr val="accent4"/>
                      </a:solidFill>
                      <a:prstDash val="solid"/>
                    </a:lnR>
                    <a:lnT w="6350" cmpd="sng">
                      <a:solidFill>
                        <a:schemeClr val="accent4"/>
                      </a:solidFill>
                      <a:prstDash val="solid"/>
                    </a:lnT>
                    <a:lnB w="6350" cmpd="sng">
                      <a:solidFill>
                        <a:schemeClr val="accent4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109036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DD3C9A5B-2885-5ED6-9158-A3BBE9E50D4E}"/>
              </a:ext>
            </a:extLst>
          </p:cNvPr>
          <p:cNvGraphicFramePr>
            <a:graphicFrameLocks noGrp="1"/>
          </p:cNvGraphicFramePr>
          <p:nvPr/>
        </p:nvGraphicFramePr>
        <p:xfrm>
          <a:off x="7570330" y="2433162"/>
          <a:ext cx="3421654" cy="803082"/>
        </p:xfrm>
        <a:graphic>
          <a:graphicData uri="http://schemas.openxmlformats.org/drawingml/2006/table">
            <a:tbl>
              <a:tblPr/>
              <a:tblGrid>
                <a:gridCol w="3421654">
                  <a:extLst>
                    <a:ext uri="{9D8B030D-6E8A-4147-A177-3AD203B41FA5}">
                      <a16:colId xmlns:a16="http://schemas.microsoft.com/office/drawing/2014/main" val="4188473583"/>
                    </a:ext>
                  </a:extLst>
                </a:gridCol>
              </a:tblGrid>
              <a:tr h="803082">
                <a:tc>
                  <a:txBody>
                    <a:bodyPr/>
                    <a:lstStyle/>
                    <a:p>
                      <a:endParaRPr lang="en-IL" b="0" i="0" dirty="0">
                        <a:latin typeface="Kalinga" panose="020B0502040204020203" pitchFamily="34" charset="0"/>
                      </a:endParaRPr>
                    </a:p>
                  </a:txBody>
                  <a:tcPr>
                    <a:lnL w="6350" cmpd="sng">
                      <a:solidFill>
                        <a:schemeClr val="accent4"/>
                      </a:solidFill>
                      <a:prstDash val="solid"/>
                    </a:lnL>
                    <a:lnR w="6350" cmpd="sng">
                      <a:solidFill>
                        <a:schemeClr val="accent4"/>
                      </a:solidFill>
                      <a:prstDash val="solid"/>
                    </a:lnR>
                    <a:lnT w="6350" cmpd="sng">
                      <a:solidFill>
                        <a:schemeClr val="accent4"/>
                      </a:solidFill>
                      <a:prstDash val="solid"/>
                    </a:lnT>
                    <a:lnB w="6350" cmpd="sng">
                      <a:solidFill>
                        <a:schemeClr val="accent4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109036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1CB2A08-D267-7850-6601-92CD58A2CC0F}"/>
              </a:ext>
            </a:extLst>
          </p:cNvPr>
          <p:cNvGraphicFramePr>
            <a:graphicFrameLocks noGrp="1"/>
          </p:cNvGraphicFramePr>
          <p:nvPr/>
        </p:nvGraphicFramePr>
        <p:xfrm>
          <a:off x="7561090" y="3233772"/>
          <a:ext cx="3430894" cy="797857"/>
        </p:xfrm>
        <a:graphic>
          <a:graphicData uri="http://schemas.openxmlformats.org/drawingml/2006/table">
            <a:tbl>
              <a:tblPr/>
              <a:tblGrid>
                <a:gridCol w="3430894">
                  <a:extLst>
                    <a:ext uri="{9D8B030D-6E8A-4147-A177-3AD203B41FA5}">
                      <a16:colId xmlns:a16="http://schemas.microsoft.com/office/drawing/2014/main" val="4188473583"/>
                    </a:ext>
                  </a:extLst>
                </a:gridCol>
              </a:tblGrid>
              <a:tr h="797857">
                <a:tc>
                  <a:txBody>
                    <a:bodyPr/>
                    <a:lstStyle/>
                    <a:p>
                      <a:endParaRPr lang="en-IL" b="0" i="0" dirty="0">
                        <a:latin typeface="Kalinga" panose="020B0502040204020203" pitchFamily="34" charset="0"/>
                      </a:endParaRPr>
                    </a:p>
                  </a:txBody>
                  <a:tcPr>
                    <a:lnL w="6350" cmpd="sng">
                      <a:solidFill>
                        <a:schemeClr val="accent4"/>
                      </a:solidFill>
                      <a:prstDash val="solid"/>
                    </a:lnL>
                    <a:lnR w="6350" cmpd="sng">
                      <a:solidFill>
                        <a:schemeClr val="accent4"/>
                      </a:solidFill>
                      <a:prstDash val="solid"/>
                    </a:lnR>
                    <a:lnT w="6350" cmpd="sng">
                      <a:solidFill>
                        <a:schemeClr val="accent4"/>
                      </a:solidFill>
                      <a:prstDash val="solid"/>
                    </a:lnT>
                    <a:lnB w="6350" cmpd="sng">
                      <a:solidFill>
                        <a:schemeClr val="accent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5109036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F81F39F3-2339-2834-FB27-BA636B316602}"/>
              </a:ext>
            </a:extLst>
          </p:cNvPr>
          <p:cNvGraphicFramePr>
            <a:graphicFrameLocks noGrp="1"/>
          </p:cNvGraphicFramePr>
          <p:nvPr/>
        </p:nvGraphicFramePr>
        <p:xfrm>
          <a:off x="7561090" y="4042973"/>
          <a:ext cx="3430894" cy="797857"/>
        </p:xfrm>
        <a:graphic>
          <a:graphicData uri="http://schemas.openxmlformats.org/drawingml/2006/table">
            <a:tbl>
              <a:tblPr/>
              <a:tblGrid>
                <a:gridCol w="3430894">
                  <a:extLst>
                    <a:ext uri="{9D8B030D-6E8A-4147-A177-3AD203B41FA5}">
                      <a16:colId xmlns:a16="http://schemas.microsoft.com/office/drawing/2014/main" val="4188473583"/>
                    </a:ext>
                  </a:extLst>
                </a:gridCol>
              </a:tblGrid>
              <a:tr h="797857">
                <a:tc>
                  <a:txBody>
                    <a:bodyPr/>
                    <a:lstStyle/>
                    <a:p>
                      <a:endParaRPr lang="en-IL" b="0" i="0" dirty="0">
                        <a:latin typeface="Kalinga" panose="020B0502040204020203" pitchFamily="34" charset="0"/>
                      </a:endParaRPr>
                    </a:p>
                  </a:txBody>
                  <a:tcPr>
                    <a:lnL w="6350" cmpd="sng">
                      <a:solidFill>
                        <a:schemeClr val="accent4"/>
                      </a:solidFill>
                      <a:prstDash val="solid"/>
                    </a:lnL>
                    <a:lnR w="6350" cmpd="sng">
                      <a:solidFill>
                        <a:schemeClr val="accent4"/>
                      </a:solidFill>
                      <a:prstDash val="solid"/>
                    </a:lnR>
                    <a:lnT w="6350" cmpd="sng">
                      <a:solidFill>
                        <a:schemeClr val="accent4"/>
                      </a:solidFill>
                      <a:prstDash val="solid"/>
                    </a:lnT>
                    <a:lnB w="6350" cmpd="sng">
                      <a:solidFill>
                        <a:schemeClr val="accent4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1090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366C77E1-E88D-8DFD-49A9-B727DBDA2805}"/>
              </a:ext>
            </a:extLst>
          </p:cNvPr>
          <p:cNvGraphicFramePr>
            <a:graphicFrameLocks noGrp="1"/>
          </p:cNvGraphicFramePr>
          <p:nvPr/>
        </p:nvGraphicFramePr>
        <p:xfrm>
          <a:off x="7561090" y="4831249"/>
          <a:ext cx="3430894" cy="797857"/>
        </p:xfrm>
        <a:graphic>
          <a:graphicData uri="http://schemas.openxmlformats.org/drawingml/2006/table">
            <a:tbl>
              <a:tblPr/>
              <a:tblGrid>
                <a:gridCol w="3430894">
                  <a:extLst>
                    <a:ext uri="{9D8B030D-6E8A-4147-A177-3AD203B41FA5}">
                      <a16:colId xmlns:a16="http://schemas.microsoft.com/office/drawing/2014/main" val="4188473583"/>
                    </a:ext>
                  </a:extLst>
                </a:gridCol>
              </a:tblGrid>
              <a:tr h="797857">
                <a:tc>
                  <a:txBody>
                    <a:bodyPr/>
                    <a:lstStyle/>
                    <a:p>
                      <a:endParaRPr lang="en-IL" b="0" i="0" dirty="0">
                        <a:latin typeface="Kalinga" panose="020B0502040204020203" pitchFamily="34" charset="0"/>
                      </a:endParaRPr>
                    </a:p>
                  </a:txBody>
                  <a:tcPr>
                    <a:lnL w="6350" cmpd="sng">
                      <a:solidFill>
                        <a:schemeClr val="accent4"/>
                      </a:solidFill>
                      <a:prstDash val="solid"/>
                    </a:lnL>
                    <a:lnR w="6350" cmpd="sng">
                      <a:solidFill>
                        <a:schemeClr val="accent4"/>
                      </a:solidFill>
                      <a:prstDash val="solid"/>
                    </a:lnR>
                    <a:lnT w="6350" cmpd="sng">
                      <a:solidFill>
                        <a:schemeClr val="accent4"/>
                      </a:solidFill>
                      <a:prstDash val="solid"/>
                    </a:lnT>
                    <a:lnB w="6350" cmpd="sng">
                      <a:solidFill>
                        <a:schemeClr val="accent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5109036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0D6267D9-FFDB-09B6-D253-ADA07092C35A}"/>
              </a:ext>
            </a:extLst>
          </p:cNvPr>
          <p:cNvSpPr txBox="1"/>
          <p:nvPr/>
        </p:nvSpPr>
        <p:spPr>
          <a:xfrm>
            <a:off x="439250" y="1008386"/>
            <a:ext cx="9959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2000" b="1" dirty="0">
                <a:latin typeface="Kalinga" panose="020B0502040204020203" pitchFamily="34" charset="0"/>
                <a:cs typeface="Kalinga" panose="020B0502040204020203" pitchFamily="34" charset="0"/>
              </a:rPr>
              <a:t>Slide subtitle / chart name goes here </a:t>
            </a:r>
          </a:p>
        </p:txBody>
      </p:sp>
    </p:spTree>
    <p:extLst>
      <p:ext uri="{BB962C8B-B14F-4D97-AF65-F5344CB8AC3E}">
        <p14:creationId xmlns:p14="http://schemas.microsoft.com/office/powerpoint/2010/main" val="1365752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D2D381A-0E19-B169-1B01-AD4F9BDE4A00}"/>
              </a:ext>
            </a:extLst>
          </p:cNvPr>
          <p:cNvSpPr/>
          <p:nvPr/>
        </p:nvSpPr>
        <p:spPr>
          <a:xfrm>
            <a:off x="550863" y="3841196"/>
            <a:ext cx="3288765" cy="2003479"/>
          </a:xfrm>
          <a:prstGeom prst="roundRect">
            <a:avLst>
              <a:gd name="adj" fmla="val 4979"/>
            </a:avLst>
          </a:prstGeom>
          <a:solidFill>
            <a:schemeClr val="bg1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4">
                    <a:lumMod val="60000"/>
                    <a:lumOff val="40000"/>
                  </a:schemeClr>
                </a:gs>
                <a:gs pos="64000">
                  <a:schemeClr val="accent4"/>
                </a:gs>
                <a:gs pos="99000">
                  <a:schemeClr val="accent4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0D0FCD2-C07D-1A44-E668-0C64809A5FD8}"/>
              </a:ext>
            </a:extLst>
          </p:cNvPr>
          <p:cNvSpPr/>
          <p:nvPr/>
        </p:nvSpPr>
        <p:spPr>
          <a:xfrm>
            <a:off x="4543300" y="1337646"/>
            <a:ext cx="3288765" cy="2003479"/>
          </a:xfrm>
          <a:prstGeom prst="roundRect">
            <a:avLst>
              <a:gd name="adj" fmla="val 4979"/>
            </a:avLst>
          </a:prstGeom>
          <a:solidFill>
            <a:schemeClr val="bg1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4">
                    <a:lumMod val="60000"/>
                    <a:lumOff val="40000"/>
                  </a:schemeClr>
                </a:gs>
                <a:gs pos="64000">
                  <a:schemeClr val="accent4"/>
                </a:gs>
                <a:gs pos="99000">
                  <a:schemeClr val="accent4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5B7A4D3-E633-D41B-114E-E71AE7E6BBB6}"/>
              </a:ext>
            </a:extLst>
          </p:cNvPr>
          <p:cNvSpPr/>
          <p:nvPr/>
        </p:nvSpPr>
        <p:spPr>
          <a:xfrm>
            <a:off x="4543300" y="3852393"/>
            <a:ext cx="3288765" cy="2003479"/>
          </a:xfrm>
          <a:prstGeom prst="roundRect">
            <a:avLst>
              <a:gd name="adj" fmla="val 4979"/>
            </a:avLst>
          </a:prstGeom>
          <a:solidFill>
            <a:schemeClr val="bg1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4">
                    <a:lumMod val="60000"/>
                    <a:lumOff val="40000"/>
                  </a:schemeClr>
                </a:gs>
                <a:gs pos="64000">
                  <a:schemeClr val="accent4"/>
                </a:gs>
                <a:gs pos="99000">
                  <a:schemeClr val="accent4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02B1C70-7689-0A37-149D-0C59E78536E7}"/>
              </a:ext>
            </a:extLst>
          </p:cNvPr>
          <p:cNvSpPr/>
          <p:nvPr/>
        </p:nvSpPr>
        <p:spPr>
          <a:xfrm>
            <a:off x="8503870" y="1335085"/>
            <a:ext cx="3288765" cy="2003479"/>
          </a:xfrm>
          <a:prstGeom prst="roundRect">
            <a:avLst>
              <a:gd name="adj" fmla="val 4979"/>
            </a:avLst>
          </a:prstGeom>
          <a:solidFill>
            <a:schemeClr val="bg1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4">
                    <a:lumMod val="60000"/>
                    <a:lumOff val="40000"/>
                  </a:schemeClr>
                </a:gs>
                <a:gs pos="64000">
                  <a:schemeClr val="accent4"/>
                </a:gs>
                <a:gs pos="99000">
                  <a:schemeClr val="accent4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CFF6252-59CC-EF57-7E3B-FEB5DB94EFED}"/>
              </a:ext>
            </a:extLst>
          </p:cNvPr>
          <p:cNvSpPr/>
          <p:nvPr/>
        </p:nvSpPr>
        <p:spPr>
          <a:xfrm>
            <a:off x="8492295" y="3841196"/>
            <a:ext cx="3288765" cy="2003479"/>
          </a:xfrm>
          <a:prstGeom prst="roundRect">
            <a:avLst>
              <a:gd name="adj" fmla="val 4979"/>
            </a:avLst>
          </a:prstGeom>
          <a:solidFill>
            <a:schemeClr val="bg1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4">
                    <a:lumMod val="60000"/>
                    <a:lumOff val="40000"/>
                  </a:schemeClr>
                </a:gs>
                <a:gs pos="64000">
                  <a:schemeClr val="accent4"/>
                </a:gs>
                <a:gs pos="99000">
                  <a:schemeClr val="accent4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5224045-71D6-82BA-536E-D6B869CB59F6}"/>
              </a:ext>
            </a:extLst>
          </p:cNvPr>
          <p:cNvSpPr/>
          <p:nvPr/>
        </p:nvSpPr>
        <p:spPr>
          <a:xfrm>
            <a:off x="550863" y="1335084"/>
            <a:ext cx="3288765" cy="2003479"/>
          </a:xfrm>
          <a:prstGeom prst="roundRect">
            <a:avLst>
              <a:gd name="adj" fmla="val 4979"/>
            </a:avLst>
          </a:prstGeom>
          <a:solidFill>
            <a:schemeClr val="bg1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4">
                    <a:lumMod val="60000"/>
                    <a:lumOff val="40000"/>
                  </a:schemeClr>
                </a:gs>
                <a:gs pos="64000">
                  <a:schemeClr val="accent4"/>
                </a:gs>
                <a:gs pos="99000">
                  <a:schemeClr val="accent4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83E55-73C6-5E8D-0066-9914339A5E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6</a:t>
            </a:fld>
            <a:endParaRPr lang="en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C715F9-656D-324F-5B4F-4EA1123CB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sz="3600" dirty="0">
                <a:solidFill>
                  <a:schemeClr val="accent4"/>
                </a:solidFill>
              </a:rPr>
              <a:t>Lorem Ipsum Dolor Amet</a:t>
            </a:r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78D5EB-73C6-B30D-BD81-25C21220F77F}"/>
              </a:ext>
            </a:extLst>
          </p:cNvPr>
          <p:cNvSpPr txBox="1"/>
          <p:nvPr/>
        </p:nvSpPr>
        <p:spPr>
          <a:xfrm>
            <a:off x="8734976" y="3937141"/>
            <a:ext cx="2880000" cy="44063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tIns="3600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alinga" panose="020B0502040204020203" pitchFamily="34" charset="0"/>
                <a:cs typeface="Kalinga" panose="020B0502040204020203" pitchFamily="34" charset="0"/>
              </a:rPr>
              <a:t>Network Costs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E2F266-5F18-99AE-5EEF-8B9A9FA1618E}"/>
              </a:ext>
            </a:extLst>
          </p:cNvPr>
          <p:cNvSpPr txBox="1"/>
          <p:nvPr/>
        </p:nvSpPr>
        <p:spPr>
          <a:xfrm>
            <a:off x="778755" y="1439783"/>
            <a:ext cx="2880000" cy="44063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tIns="3600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High Complexity </a:t>
            </a:r>
            <a:endParaRPr kumimoji="0" lang="en-US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B94879-6528-83BB-7A05-3A8E5BA712A4}"/>
              </a:ext>
            </a:extLst>
          </p:cNvPr>
          <p:cNvSpPr txBox="1"/>
          <p:nvPr/>
        </p:nvSpPr>
        <p:spPr>
          <a:xfrm>
            <a:off x="4752371" y="1436463"/>
            <a:ext cx="2880000" cy="44063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tIns="3600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Poor Visibility</a:t>
            </a:r>
            <a:endParaRPr kumimoji="0" lang="en-US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01ED89-7DC1-B9D1-6FC9-D43A42E16C5B}"/>
              </a:ext>
            </a:extLst>
          </p:cNvPr>
          <p:cNvSpPr txBox="1"/>
          <p:nvPr/>
        </p:nvSpPr>
        <p:spPr>
          <a:xfrm>
            <a:off x="1006630" y="3955252"/>
            <a:ext cx="2420282" cy="44063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tIns="3600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alinga" panose="020B0502040204020203" pitchFamily="34" charset="0"/>
                <a:cs typeface="Kalinga" panose="020B0502040204020203" pitchFamily="34" charset="0"/>
              </a:rPr>
              <a:t>Remote/WFH Pain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89EAD7-00A4-2EB4-3D1F-C123A38FD796}"/>
              </a:ext>
            </a:extLst>
          </p:cNvPr>
          <p:cNvSpPr txBox="1"/>
          <p:nvPr/>
        </p:nvSpPr>
        <p:spPr>
          <a:xfrm>
            <a:off x="4752371" y="3939132"/>
            <a:ext cx="2880000" cy="44063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tIns="3600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alinga" panose="020B0502040204020203" pitchFamily="34" charset="0"/>
                <a:cs typeface="Kalinga" panose="020B0502040204020203" pitchFamily="34" charset="0"/>
              </a:rPr>
              <a:t>Cloud Migration Risks</a:t>
            </a:r>
          </a:p>
        </p:txBody>
      </p:sp>
      <p:graphicFrame>
        <p:nvGraphicFramePr>
          <p:cNvPr id="14" name="Table 19">
            <a:extLst>
              <a:ext uri="{FF2B5EF4-FFF2-40B4-BE49-F238E27FC236}">
                <a16:creationId xmlns:a16="http://schemas.microsoft.com/office/drawing/2014/main" id="{18195222-4A36-65ED-8DCE-A345DA69DD3F}"/>
              </a:ext>
            </a:extLst>
          </p:cNvPr>
          <p:cNvGraphicFramePr>
            <a:graphicFrameLocks noGrp="1"/>
          </p:cNvGraphicFramePr>
          <p:nvPr/>
        </p:nvGraphicFramePr>
        <p:xfrm>
          <a:off x="8804426" y="4444181"/>
          <a:ext cx="2734453" cy="1298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4453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“MPLS is so expensive and doesn’t provide the network we really need”</a:t>
                      </a:r>
                    </a:p>
                  </a:txBody>
                  <a:tcPr marL="0" marR="0" marT="91440" marB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42776C5-A39F-488D-FE44-4530871D2908}"/>
              </a:ext>
            </a:extLst>
          </p:cNvPr>
          <p:cNvGraphicFramePr>
            <a:graphicFrameLocks noGrp="1"/>
          </p:cNvGraphicFramePr>
          <p:nvPr/>
        </p:nvGraphicFramePr>
        <p:xfrm>
          <a:off x="862827" y="2035682"/>
          <a:ext cx="2729611" cy="10548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9611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1054846"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“My network security is a mess. Just too many boxes and models”</a:t>
                      </a:r>
                    </a:p>
                  </a:txBody>
                  <a:tcPr marL="0" marR="0" marT="91440" marB="10972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graphicFrame>
        <p:nvGraphicFramePr>
          <p:cNvPr id="16" name="Table 19">
            <a:extLst>
              <a:ext uri="{FF2B5EF4-FFF2-40B4-BE49-F238E27FC236}">
                <a16:creationId xmlns:a16="http://schemas.microsoft.com/office/drawing/2014/main" id="{6413A1DB-84B9-2400-B448-1C6F29E686EA}"/>
              </a:ext>
            </a:extLst>
          </p:cNvPr>
          <p:cNvGraphicFramePr>
            <a:graphicFrameLocks noGrp="1"/>
          </p:cNvGraphicFramePr>
          <p:nvPr/>
        </p:nvGraphicFramePr>
        <p:xfrm>
          <a:off x="4843660" y="1972580"/>
          <a:ext cx="2683579" cy="1298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3579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“I have no idea what’s going on in my network. There’s so much in the shadow”</a:t>
                      </a:r>
                    </a:p>
                  </a:txBody>
                  <a:tcPr marL="0" marR="0" marT="91440" marB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A1CB4F4-6BD5-33C6-6927-07E5812448C6}"/>
              </a:ext>
            </a:extLst>
          </p:cNvPr>
          <p:cNvGraphicFramePr>
            <a:graphicFrameLocks noGrp="1"/>
          </p:cNvGraphicFramePr>
          <p:nvPr/>
        </p:nvGraphicFramePr>
        <p:xfrm>
          <a:off x="837662" y="4440864"/>
          <a:ext cx="2715166" cy="1298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5166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14300" indent="-114300" algn="ctr"/>
                      <a:r>
                        <a:rPr lang="en-US" sz="1800" b="0" i="1" dirty="0">
                          <a:latin typeface="Poppins" pitchFamily="2" charset="77"/>
                          <a:cs typeface="Poppins" pitchFamily="2" charset="77"/>
                        </a:rPr>
                        <a:t>“My users keep complaining that working from remote is a nightmare”</a:t>
                      </a:r>
                    </a:p>
                  </a:txBody>
                  <a:tcPr marL="0" marR="0" marT="91440" marB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BE3729E-5056-DBA3-5826-68C8963484A3}"/>
              </a:ext>
            </a:extLst>
          </p:cNvPr>
          <p:cNvGraphicFramePr>
            <a:graphicFrameLocks noGrp="1"/>
          </p:cNvGraphicFramePr>
          <p:nvPr/>
        </p:nvGraphicFramePr>
        <p:xfrm>
          <a:off x="4843660" y="4466501"/>
          <a:ext cx="2683578" cy="1298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3578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14300" indent="-114300" algn="ctr"/>
                      <a:r>
                        <a:rPr lang="en-US" sz="1800" b="0" i="1" dirty="0">
                          <a:latin typeface="Poppins" pitchFamily="2" charset="77"/>
                          <a:cs typeface="Poppins" pitchFamily="2" charset="77"/>
                        </a:rPr>
                        <a:t>“I need to kick-start cloud migration, but it looks so complex to connect and secure”</a:t>
                      </a:r>
                    </a:p>
                  </a:txBody>
                  <a:tcPr marL="0" marR="0" marT="91440" marB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F0B4CDD-229C-5B2E-67FB-837DA8DB92F3}"/>
              </a:ext>
            </a:extLst>
          </p:cNvPr>
          <p:cNvSpPr txBox="1"/>
          <p:nvPr/>
        </p:nvSpPr>
        <p:spPr>
          <a:xfrm>
            <a:off x="8992427" y="1450701"/>
            <a:ext cx="2318799" cy="44063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tIns="36000" bIns="0" anchor="ctr" anchorCtr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sz="1800" b="1">
                <a:latin typeface="Kalinga" panose="020B0502040204020203" pitchFamily="34" charset="0"/>
                <a:cs typeface="Kalinga" panose="020B0502040204020203" pitchFamily="34" charset="0"/>
              </a:rPr>
              <a:t>Bad Performance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EF4A5DB-4249-2884-AEBA-A88B6F8B1556}"/>
              </a:ext>
            </a:extLst>
          </p:cNvPr>
          <p:cNvGraphicFramePr>
            <a:graphicFrameLocks noGrp="1"/>
          </p:cNvGraphicFramePr>
          <p:nvPr/>
        </p:nvGraphicFramePr>
        <p:xfrm>
          <a:off x="8488721" y="1980232"/>
          <a:ext cx="3365361" cy="1298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5361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1115568">
                <a:tc>
                  <a:txBody>
                    <a:bodyPr/>
                    <a:lstStyle/>
                    <a:p>
                      <a:pPr marL="114300" lvl="0" indent="-114300" algn="ctr">
                        <a:defRPr/>
                      </a:pPr>
                      <a:r>
                        <a:rPr kumimoji="0" lang="en-US" sz="1800" b="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“My remote users keep complaining about VoIP quality and laggy applications”</a:t>
                      </a:r>
                    </a:p>
                  </a:txBody>
                  <a:tcPr marL="0" marR="0" marT="91440" marB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346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F7059BE-CA0A-BD79-E4A7-FFC3804C0F4F}"/>
              </a:ext>
            </a:extLst>
          </p:cNvPr>
          <p:cNvSpPr/>
          <p:nvPr/>
        </p:nvSpPr>
        <p:spPr>
          <a:xfrm>
            <a:off x="4603868" y="3805765"/>
            <a:ext cx="3288765" cy="2003479"/>
          </a:xfrm>
          <a:prstGeom prst="roundRect">
            <a:avLst>
              <a:gd name="adj" fmla="val 4979"/>
            </a:avLst>
          </a:prstGeom>
          <a:solidFill>
            <a:schemeClr val="bg1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6"/>
                </a:gs>
                <a:gs pos="64000">
                  <a:schemeClr val="accent1">
                    <a:lumMod val="45000"/>
                    <a:lumOff val="55000"/>
                  </a:schemeClr>
                </a:gs>
                <a:gs pos="99000">
                  <a:schemeClr val="accent6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3D49D04-6ABC-9961-04AD-B977BCB6ABDD}"/>
              </a:ext>
            </a:extLst>
          </p:cNvPr>
          <p:cNvSpPr/>
          <p:nvPr/>
        </p:nvSpPr>
        <p:spPr>
          <a:xfrm>
            <a:off x="8586950" y="3805765"/>
            <a:ext cx="3288765" cy="2003479"/>
          </a:xfrm>
          <a:prstGeom prst="roundRect">
            <a:avLst>
              <a:gd name="adj" fmla="val 4979"/>
            </a:avLst>
          </a:prstGeom>
          <a:solidFill>
            <a:schemeClr val="bg1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6"/>
                </a:gs>
                <a:gs pos="64000">
                  <a:schemeClr val="accent1">
                    <a:lumMod val="45000"/>
                    <a:lumOff val="55000"/>
                  </a:schemeClr>
                </a:gs>
                <a:gs pos="99000">
                  <a:schemeClr val="accent6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5224045-71D6-82BA-536E-D6B869CB59F6}"/>
              </a:ext>
            </a:extLst>
          </p:cNvPr>
          <p:cNvSpPr/>
          <p:nvPr/>
        </p:nvSpPr>
        <p:spPr>
          <a:xfrm>
            <a:off x="550863" y="1285078"/>
            <a:ext cx="3288765" cy="2003479"/>
          </a:xfrm>
          <a:prstGeom prst="roundRect">
            <a:avLst>
              <a:gd name="adj" fmla="val 4979"/>
            </a:avLst>
          </a:prstGeom>
          <a:solidFill>
            <a:schemeClr val="bg1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6"/>
                </a:gs>
                <a:gs pos="64000">
                  <a:schemeClr val="accent1">
                    <a:lumMod val="45000"/>
                    <a:lumOff val="55000"/>
                  </a:schemeClr>
                </a:gs>
                <a:gs pos="99000">
                  <a:schemeClr val="accent6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83E55-73C6-5E8D-0066-9914339A5E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7</a:t>
            </a:fld>
            <a:endParaRPr lang="en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2FD326-EEAA-62FA-7248-13CAF590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Lorem Ipsum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E2F266-5F18-99AE-5EEF-8B9A9FA1618E}"/>
              </a:ext>
            </a:extLst>
          </p:cNvPr>
          <p:cNvSpPr txBox="1"/>
          <p:nvPr/>
        </p:nvSpPr>
        <p:spPr>
          <a:xfrm>
            <a:off x="745605" y="1389777"/>
            <a:ext cx="2880000" cy="44063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wrap="square" tIns="3600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Lorem Ipsum Dolor</a:t>
            </a:r>
            <a:endParaRPr kumimoji="0" lang="en-US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42776C5-A39F-488D-FE44-4530871D2908}"/>
              </a:ext>
            </a:extLst>
          </p:cNvPr>
          <p:cNvGraphicFramePr>
            <a:graphicFrameLocks noGrp="1"/>
          </p:cNvGraphicFramePr>
          <p:nvPr/>
        </p:nvGraphicFramePr>
        <p:xfrm>
          <a:off x="809940" y="2019456"/>
          <a:ext cx="2729611" cy="1298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9611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1045610"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Lorem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imsum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tempor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incididunt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ut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amet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,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sectetur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adipiscing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C33"/>
                        </a:solidFill>
                        <a:effectLst/>
                        <a:uLnTx/>
                        <a:uFillTx/>
                        <a:latin typeface="Poppins" pitchFamily="2" charset="77"/>
                        <a:ea typeface="+mn-ea"/>
                        <a:cs typeface="Poppins" pitchFamily="2" charset="77"/>
                      </a:endParaRPr>
                    </a:p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C33"/>
                        </a:solidFill>
                        <a:effectLst/>
                        <a:uLnTx/>
                        <a:uFillTx/>
                        <a:latin typeface="Poppins" pitchFamily="2" charset="77"/>
                        <a:ea typeface="+mn-ea"/>
                        <a:cs typeface="Poppins" pitchFamily="2" charset="77"/>
                      </a:endParaRPr>
                    </a:p>
                  </a:txBody>
                  <a:tcPr marL="0" marR="0" marT="91440" marB="10972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8066FAB-3285-2663-03B9-A2515A303E18}"/>
              </a:ext>
            </a:extLst>
          </p:cNvPr>
          <p:cNvSpPr/>
          <p:nvPr/>
        </p:nvSpPr>
        <p:spPr>
          <a:xfrm>
            <a:off x="4630684" y="1285078"/>
            <a:ext cx="3288765" cy="2003479"/>
          </a:xfrm>
          <a:prstGeom prst="roundRect">
            <a:avLst>
              <a:gd name="adj" fmla="val 4979"/>
            </a:avLst>
          </a:prstGeom>
          <a:solidFill>
            <a:schemeClr val="bg1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6"/>
                </a:gs>
                <a:gs pos="64000">
                  <a:schemeClr val="accent1">
                    <a:lumMod val="45000"/>
                    <a:lumOff val="55000"/>
                  </a:schemeClr>
                </a:gs>
                <a:gs pos="99000">
                  <a:schemeClr val="accent6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03E7B-A4A8-09DC-D318-5F70EB23E790}"/>
              </a:ext>
            </a:extLst>
          </p:cNvPr>
          <p:cNvSpPr txBox="1"/>
          <p:nvPr/>
        </p:nvSpPr>
        <p:spPr>
          <a:xfrm>
            <a:off x="4835066" y="1377414"/>
            <a:ext cx="2880000" cy="44063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wrap="square" tIns="3600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Lorem Ipsum Dolor</a:t>
            </a:r>
            <a:endParaRPr kumimoji="0" lang="en-US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27C588C-C8A5-6A3B-68CB-9F4BFEFB00F6}"/>
              </a:ext>
            </a:extLst>
          </p:cNvPr>
          <p:cNvGraphicFramePr>
            <a:graphicFrameLocks noGrp="1"/>
          </p:cNvGraphicFramePr>
          <p:nvPr/>
        </p:nvGraphicFramePr>
        <p:xfrm>
          <a:off x="4910261" y="1983830"/>
          <a:ext cx="2729611" cy="1298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9611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1045610"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Lorem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imsum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tempor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incididunt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ut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amet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,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sectetur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adipiscing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C33"/>
                        </a:solidFill>
                        <a:effectLst/>
                        <a:uLnTx/>
                        <a:uFillTx/>
                        <a:latin typeface="Poppins" pitchFamily="2" charset="77"/>
                        <a:ea typeface="+mn-ea"/>
                        <a:cs typeface="Poppins" pitchFamily="2" charset="77"/>
                      </a:endParaRPr>
                    </a:p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C33"/>
                        </a:solidFill>
                        <a:effectLst/>
                        <a:uLnTx/>
                        <a:uFillTx/>
                        <a:latin typeface="Poppins" pitchFamily="2" charset="77"/>
                        <a:ea typeface="+mn-ea"/>
                        <a:cs typeface="Poppins" pitchFamily="2" charset="77"/>
                      </a:endParaRPr>
                    </a:p>
                  </a:txBody>
                  <a:tcPr marL="0" marR="0" marT="91440" marB="10972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4F73D11-5A51-D469-8F14-E95ECFDE6886}"/>
              </a:ext>
            </a:extLst>
          </p:cNvPr>
          <p:cNvSpPr/>
          <p:nvPr/>
        </p:nvSpPr>
        <p:spPr>
          <a:xfrm>
            <a:off x="8586950" y="1285078"/>
            <a:ext cx="3288765" cy="2003479"/>
          </a:xfrm>
          <a:prstGeom prst="roundRect">
            <a:avLst>
              <a:gd name="adj" fmla="val 4979"/>
            </a:avLst>
          </a:prstGeom>
          <a:solidFill>
            <a:schemeClr val="bg1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6"/>
                </a:gs>
                <a:gs pos="64000">
                  <a:schemeClr val="accent1">
                    <a:lumMod val="45000"/>
                    <a:lumOff val="55000"/>
                  </a:schemeClr>
                </a:gs>
                <a:gs pos="99000">
                  <a:schemeClr val="accent6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23579C-9584-1D93-B3E0-D272B40BC0A4}"/>
              </a:ext>
            </a:extLst>
          </p:cNvPr>
          <p:cNvSpPr txBox="1"/>
          <p:nvPr/>
        </p:nvSpPr>
        <p:spPr>
          <a:xfrm>
            <a:off x="8791332" y="1366709"/>
            <a:ext cx="2880000" cy="44063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wrap="square" tIns="3600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Lorem Ipsum Dolor</a:t>
            </a:r>
            <a:endParaRPr kumimoji="0" lang="en-US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A3F8086-8EB7-62EC-135F-F9F02C10BC37}"/>
              </a:ext>
            </a:extLst>
          </p:cNvPr>
          <p:cNvGraphicFramePr>
            <a:graphicFrameLocks noGrp="1"/>
          </p:cNvGraphicFramePr>
          <p:nvPr/>
        </p:nvGraphicFramePr>
        <p:xfrm>
          <a:off x="8866527" y="1983830"/>
          <a:ext cx="2729611" cy="1298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9611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1045610"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Lorem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imsum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tempor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incididunt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ut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amet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,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sectetur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adipiscing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C33"/>
                        </a:solidFill>
                        <a:effectLst/>
                        <a:uLnTx/>
                        <a:uFillTx/>
                        <a:latin typeface="Poppins" pitchFamily="2" charset="77"/>
                        <a:ea typeface="+mn-ea"/>
                        <a:cs typeface="Poppins" pitchFamily="2" charset="77"/>
                      </a:endParaRPr>
                    </a:p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C33"/>
                        </a:solidFill>
                        <a:effectLst/>
                        <a:uLnTx/>
                        <a:uFillTx/>
                        <a:latin typeface="Poppins" pitchFamily="2" charset="77"/>
                        <a:ea typeface="+mn-ea"/>
                        <a:cs typeface="Poppins" pitchFamily="2" charset="77"/>
                      </a:endParaRPr>
                    </a:p>
                  </a:txBody>
                  <a:tcPr marL="0" marR="0" marT="91440" marB="10972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22628F5-6B24-2BD8-D31A-D2F25B7358C9}"/>
              </a:ext>
            </a:extLst>
          </p:cNvPr>
          <p:cNvSpPr/>
          <p:nvPr/>
        </p:nvSpPr>
        <p:spPr>
          <a:xfrm>
            <a:off x="550863" y="3812044"/>
            <a:ext cx="3288765" cy="2003479"/>
          </a:xfrm>
          <a:prstGeom prst="roundRect">
            <a:avLst>
              <a:gd name="adj" fmla="val 4979"/>
            </a:avLst>
          </a:prstGeom>
          <a:solidFill>
            <a:schemeClr val="bg1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6"/>
                </a:gs>
                <a:gs pos="64000">
                  <a:schemeClr val="accent1">
                    <a:lumMod val="45000"/>
                    <a:lumOff val="55000"/>
                  </a:schemeClr>
                </a:gs>
                <a:gs pos="99000">
                  <a:schemeClr val="accent6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C268BA-6CD4-659F-904B-38AFA6F520A0}"/>
              </a:ext>
            </a:extLst>
          </p:cNvPr>
          <p:cNvSpPr txBox="1"/>
          <p:nvPr/>
        </p:nvSpPr>
        <p:spPr>
          <a:xfrm>
            <a:off x="745605" y="3916743"/>
            <a:ext cx="2880000" cy="44063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wrap="square" tIns="3600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Lorem Ipsum Dolor</a:t>
            </a:r>
            <a:endParaRPr kumimoji="0" lang="en-US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AE1237B-8E47-5319-28E8-C87E94B6272C}"/>
              </a:ext>
            </a:extLst>
          </p:cNvPr>
          <p:cNvGraphicFramePr>
            <a:graphicFrameLocks noGrp="1"/>
          </p:cNvGraphicFramePr>
          <p:nvPr/>
        </p:nvGraphicFramePr>
        <p:xfrm>
          <a:off x="809940" y="4546422"/>
          <a:ext cx="2729611" cy="1298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9611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1045610"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Lorem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imsum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tempor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incididunt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ut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amet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,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sectetur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adipiscing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C33"/>
                        </a:solidFill>
                        <a:effectLst/>
                        <a:uLnTx/>
                        <a:uFillTx/>
                        <a:latin typeface="Poppins" pitchFamily="2" charset="77"/>
                        <a:ea typeface="+mn-ea"/>
                        <a:cs typeface="Poppins" pitchFamily="2" charset="77"/>
                      </a:endParaRPr>
                    </a:p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C33"/>
                        </a:solidFill>
                        <a:effectLst/>
                        <a:uLnTx/>
                        <a:uFillTx/>
                        <a:latin typeface="Poppins" pitchFamily="2" charset="77"/>
                        <a:ea typeface="+mn-ea"/>
                        <a:cs typeface="Poppins" pitchFamily="2" charset="77"/>
                      </a:endParaRPr>
                    </a:p>
                  </a:txBody>
                  <a:tcPr marL="0" marR="0" marT="91440" marB="10972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540A7D92-12DD-A455-D94E-59171DB036B6}"/>
              </a:ext>
            </a:extLst>
          </p:cNvPr>
          <p:cNvSpPr txBox="1"/>
          <p:nvPr/>
        </p:nvSpPr>
        <p:spPr>
          <a:xfrm>
            <a:off x="4808250" y="3903568"/>
            <a:ext cx="2880000" cy="44063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wrap="square" tIns="3600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Lorem Ipsum Dolor</a:t>
            </a:r>
            <a:endParaRPr kumimoji="0" lang="en-US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CF7C02E-2D23-F4FB-CAD1-FDDC198A2CD6}"/>
              </a:ext>
            </a:extLst>
          </p:cNvPr>
          <p:cNvGraphicFramePr>
            <a:graphicFrameLocks noGrp="1"/>
          </p:cNvGraphicFramePr>
          <p:nvPr/>
        </p:nvGraphicFramePr>
        <p:xfrm>
          <a:off x="4883444" y="4546422"/>
          <a:ext cx="2729611" cy="1298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9611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1006708"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Lorem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imsum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tempor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incididunt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ut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amet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,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sectetur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adipiscing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C33"/>
                        </a:solidFill>
                        <a:effectLst/>
                        <a:uLnTx/>
                        <a:uFillTx/>
                        <a:latin typeface="Poppins" pitchFamily="2" charset="77"/>
                        <a:ea typeface="+mn-ea"/>
                        <a:cs typeface="Poppins" pitchFamily="2" charset="77"/>
                      </a:endParaRPr>
                    </a:p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C33"/>
                        </a:solidFill>
                        <a:effectLst/>
                        <a:uLnTx/>
                        <a:uFillTx/>
                        <a:latin typeface="Poppins" pitchFamily="2" charset="77"/>
                        <a:ea typeface="+mn-ea"/>
                        <a:cs typeface="Poppins" pitchFamily="2" charset="77"/>
                      </a:endParaRPr>
                    </a:p>
                  </a:txBody>
                  <a:tcPr marL="0" marR="0" marT="91440" marB="10972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61EA405-5591-9537-0EEF-71916F24BDEF}"/>
              </a:ext>
            </a:extLst>
          </p:cNvPr>
          <p:cNvSpPr txBox="1"/>
          <p:nvPr/>
        </p:nvSpPr>
        <p:spPr>
          <a:xfrm>
            <a:off x="8791332" y="3886729"/>
            <a:ext cx="2880000" cy="44063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wrap="square" tIns="3600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Lorem Ipsum Dolor</a:t>
            </a:r>
            <a:endParaRPr kumimoji="0" lang="en-US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A815683-7F93-50DA-2413-05C95DACA477}"/>
              </a:ext>
            </a:extLst>
          </p:cNvPr>
          <p:cNvGraphicFramePr>
            <a:graphicFrameLocks noGrp="1"/>
          </p:cNvGraphicFramePr>
          <p:nvPr/>
        </p:nvGraphicFramePr>
        <p:xfrm>
          <a:off x="8866527" y="4510796"/>
          <a:ext cx="2729611" cy="1298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9611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1045610"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Lorem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imsum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tempor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incididunt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ut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amet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,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sectetur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Poppins" pitchFamily="2" charset="77"/>
                          <a:ea typeface="+mn-ea"/>
                          <a:cs typeface="Poppins" pitchFamily="2" charset="77"/>
                        </a:rPr>
                        <a:t>adipiscing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C33"/>
                        </a:solidFill>
                        <a:effectLst/>
                        <a:uLnTx/>
                        <a:uFillTx/>
                        <a:latin typeface="Poppins" pitchFamily="2" charset="77"/>
                        <a:ea typeface="+mn-ea"/>
                        <a:cs typeface="Poppins" pitchFamily="2" charset="77"/>
                      </a:endParaRPr>
                    </a:p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22C33"/>
                        </a:solidFill>
                        <a:effectLst/>
                        <a:uLnTx/>
                        <a:uFillTx/>
                        <a:latin typeface="Poppins" pitchFamily="2" charset="77"/>
                        <a:ea typeface="+mn-ea"/>
                        <a:cs typeface="Poppins" pitchFamily="2" charset="77"/>
                      </a:endParaRPr>
                    </a:p>
                  </a:txBody>
                  <a:tcPr marL="0" marR="0" marT="91440" marB="10972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3858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265991D-5678-B6D9-5565-03AECD11F959}"/>
              </a:ext>
            </a:extLst>
          </p:cNvPr>
          <p:cNvSpPr/>
          <p:nvPr/>
        </p:nvSpPr>
        <p:spPr>
          <a:xfrm>
            <a:off x="4457432" y="1899099"/>
            <a:ext cx="3288765" cy="3693981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4">
                    <a:lumMod val="60000"/>
                    <a:lumOff val="40000"/>
                  </a:schemeClr>
                </a:gs>
                <a:gs pos="64000">
                  <a:schemeClr val="accent4"/>
                </a:gs>
                <a:gs pos="99000">
                  <a:schemeClr val="accent4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94B0810-0BE3-3EC2-1A10-9B96C06C0464}"/>
              </a:ext>
            </a:extLst>
          </p:cNvPr>
          <p:cNvSpPr/>
          <p:nvPr/>
        </p:nvSpPr>
        <p:spPr>
          <a:xfrm>
            <a:off x="8168536" y="1899099"/>
            <a:ext cx="3288765" cy="3693981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4">
                    <a:lumMod val="60000"/>
                    <a:lumOff val="40000"/>
                  </a:schemeClr>
                </a:gs>
                <a:gs pos="64000">
                  <a:schemeClr val="accent4"/>
                </a:gs>
                <a:gs pos="99000">
                  <a:schemeClr val="accent4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5579294-1F96-7DA8-746E-3E2491BF4422}"/>
              </a:ext>
            </a:extLst>
          </p:cNvPr>
          <p:cNvSpPr/>
          <p:nvPr/>
        </p:nvSpPr>
        <p:spPr>
          <a:xfrm>
            <a:off x="746328" y="1899099"/>
            <a:ext cx="3288765" cy="3693981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4">
                    <a:lumMod val="60000"/>
                    <a:lumOff val="40000"/>
                  </a:schemeClr>
                </a:gs>
                <a:gs pos="64000">
                  <a:schemeClr val="accent4"/>
                </a:gs>
                <a:gs pos="99000">
                  <a:schemeClr val="accent4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85DD5-A332-56EF-B13C-86A8DC204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97" y="151889"/>
            <a:ext cx="10515600" cy="1325563"/>
          </a:xfrm>
        </p:spPr>
        <p:txBody>
          <a:bodyPr/>
          <a:lstStyle/>
          <a:p>
            <a:r>
              <a:rPr lang="en-IL" sz="3600" dirty="0">
                <a:solidFill>
                  <a:schemeClr val="accent4"/>
                </a:solidFill>
              </a:rPr>
              <a:t>Lorem Ipsum Dolor Amet</a:t>
            </a:r>
            <a:endParaRPr lang="en-IL" dirty="0">
              <a:solidFill>
                <a:schemeClr val="accent4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B535D0-F4FD-9D1A-18B3-09BABB272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11692" y="6354413"/>
            <a:ext cx="1772479" cy="365125"/>
          </a:xfrm>
          <a:prstGeom prst="rect">
            <a:avLst/>
          </a:prstGeom>
        </p:spPr>
        <p:txBody>
          <a:bodyPr/>
          <a:lstStyle/>
          <a:p>
            <a:fld id="{1D642B32-C527-CF47-880F-37902B4E1AA3}" type="slidenum">
              <a:rPr lang="en-IL" smtClean="0"/>
              <a:pPr/>
              <a:t>8</a:t>
            </a:fld>
            <a:endParaRPr lang="en-IL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8129C64-277C-52CD-2501-F004E911C2CA}"/>
              </a:ext>
            </a:extLst>
          </p:cNvPr>
          <p:cNvGrpSpPr/>
          <p:nvPr/>
        </p:nvGrpSpPr>
        <p:grpSpPr>
          <a:xfrm>
            <a:off x="4577766" y="2212533"/>
            <a:ext cx="3036467" cy="2839123"/>
            <a:chOff x="4577766" y="2212533"/>
            <a:chExt cx="3036467" cy="283912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BE38EDC-0DC4-35C7-2A42-527855029458}"/>
                </a:ext>
              </a:extLst>
            </p:cNvPr>
            <p:cNvGrpSpPr/>
            <p:nvPr/>
          </p:nvGrpSpPr>
          <p:grpSpPr>
            <a:xfrm>
              <a:off x="4577766" y="3505596"/>
              <a:ext cx="3036467" cy="1546060"/>
              <a:chOff x="4399616" y="2825815"/>
              <a:chExt cx="3480912" cy="1546060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FBA981-D2FA-464F-B7D8-988742E04F97}"/>
                  </a:ext>
                </a:extLst>
              </p:cNvPr>
              <p:cNvSpPr txBox="1"/>
              <p:nvPr/>
            </p:nvSpPr>
            <p:spPr>
              <a:xfrm>
                <a:off x="4954615" y="2825815"/>
                <a:ext cx="2370915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200" b="1">
                    <a:solidFill>
                      <a:schemeClr val="bg1"/>
                    </a:solidFill>
                  </a:defRPr>
                </a:lvl1pPr>
              </a:lstStyle>
              <a:p>
                <a:r>
                  <a:rPr lang="en-US" sz="2200" b="1" dirty="0">
                    <a:solidFill>
                      <a:schemeClr val="accent4"/>
                    </a:solidFill>
                    <a:latin typeface="Poppins" pitchFamily="2" charset="77"/>
                    <a:cs typeface="Poppins" pitchFamily="2" charset="77"/>
                  </a:rPr>
                  <a:t>Lorem Ipsum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9F4834-4803-D511-B113-82A153FB52CB}"/>
                  </a:ext>
                </a:extLst>
              </p:cNvPr>
              <p:cNvSpPr txBox="1"/>
              <p:nvPr/>
            </p:nvSpPr>
            <p:spPr>
              <a:xfrm>
                <a:off x="4399616" y="3356212"/>
                <a:ext cx="3480912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tempor</a:t>
                </a:r>
                <a:r>
                  <a:rPr lang="en-US" sz="20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incididunt</a:t>
                </a:r>
                <a:r>
                  <a:rPr lang="en-US" sz="20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ut</a:t>
                </a:r>
                <a:r>
                  <a:rPr lang="en-US" sz="20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amet</a:t>
                </a:r>
                <a:r>
                  <a:rPr lang="en-US" sz="2000" dirty="0">
                    <a:latin typeface="Poppins Light" pitchFamily="2" charset="77"/>
                    <a:cs typeface="Poppins Light" pitchFamily="2" charset="77"/>
                  </a:rPr>
                  <a:t>, </a:t>
                </a:r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sectetur</a:t>
                </a:r>
                <a:r>
                  <a:rPr lang="en-US" sz="20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adipiscing</a:t>
                </a:r>
                <a:endParaRPr lang="en-IL" sz="2000" dirty="0">
                  <a:latin typeface="Poppins Light" pitchFamily="2" charset="77"/>
                  <a:cs typeface="Poppins Light" pitchFamily="2" charset="77"/>
                </a:endParaRPr>
              </a:p>
            </p:txBody>
          </p:sp>
        </p:grp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8A44340-8455-BA6E-FDC9-3430518332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524499" y="2212533"/>
              <a:ext cx="1143000" cy="11430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8E7CCC-C7F4-2245-CA39-FD8F00FD20ED}"/>
              </a:ext>
            </a:extLst>
          </p:cNvPr>
          <p:cNvGrpSpPr/>
          <p:nvPr/>
        </p:nvGrpSpPr>
        <p:grpSpPr>
          <a:xfrm>
            <a:off x="8232706" y="2212533"/>
            <a:ext cx="3088384" cy="2836431"/>
            <a:chOff x="8232706" y="2212533"/>
            <a:chExt cx="3088384" cy="283643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8DE1275-0F02-586B-FA6C-23F74895A0D9}"/>
                </a:ext>
              </a:extLst>
            </p:cNvPr>
            <p:cNvGrpSpPr/>
            <p:nvPr/>
          </p:nvGrpSpPr>
          <p:grpSpPr>
            <a:xfrm>
              <a:off x="8232706" y="3505596"/>
              <a:ext cx="3088384" cy="1543368"/>
              <a:chOff x="8458378" y="2825611"/>
              <a:chExt cx="3088384" cy="1543368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5A21AFF-8EA2-E06B-D36F-DB693C135DE3}"/>
                  </a:ext>
                </a:extLst>
              </p:cNvPr>
              <p:cNvSpPr txBox="1"/>
              <p:nvPr/>
            </p:nvSpPr>
            <p:spPr>
              <a:xfrm>
                <a:off x="8968472" y="2825611"/>
                <a:ext cx="2068195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200" b="1" dirty="0">
                    <a:solidFill>
                      <a:schemeClr val="accent4"/>
                    </a:solidFill>
                    <a:latin typeface="Poppins" pitchFamily="2" charset="77"/>
                    <a:cs typeface="Poppins" pitchFamily="2" charset="77"/>
                  </a:rPr>
                  <a:t>Lorem Ipsum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CA6EE44-3CA2-A0B6-ECCE-DA0DB76F4CE4}"/>
                  </a:ext>
                </a:extLst>
              </p:cNvPr>
              <p:cNvSpPr txBox="1"/>
              <p:nvPr/>
            </p:nvSpPr>
            <p:spPr>
              <a:xfrm>
                <a:off x="8458378" y="3353316"/>
                <a:ext cx="3088384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tempor</a:t>
                </a:r>
                <a:r>
                  <a:rPr lang="en-US" sz="20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incididunt</a:t>
                </a:r>
                <a:r>
                  <a:rPr lang="en-US" sz="20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ut</a:t>
                </a:r>
                <a:r>
                  <a:rPr lang="en-US" sz="20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amet</a:t>
                </a:r>
                <a:r>
                  <a:rPr lang="en-US" sz="2000" dirty="0">
                    <a:latin typeface="Poppins Light" pitchFamily="2" charset="77"/>
                    <a:cs typeface="Poppins Light" pitchFamily="2" charset="77"/>
                  </a:rPr>
                  <a:t>, </a:t>
                </a:r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sectetur</a:t>
                </a:r>
                <a:r>
                  <a:rPr lang="en-US" sz="20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adipiscing</a:t>
                </a:r>
                <a:endParaRPr lang="en-IL" sz="2000" dirty="0">
                  <a:latin typeface="Poppins Light" pitchFamily="2" charset="77"/>
                  <a:cs typeface="Poppins Light" pitchFamily="2" charset="77"/>
                </a:endParaRPr>
              </a:p>
            </p:txBody>
          </p:sp>
        </p:grp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E00B3EB-B2DD-C617-3770-BABC805395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05398" y="2212533"/>
              <a:ext cx="1143000" cy="11430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7C970A-101F-1DFF-E623-44EC876BEA1D}"/>
              </a:ext>
            </a:extLst>
          </p:cNvPr>
          <p:cNvGrpSpPr/>
          <p:nvPr/>
        </p:nvGrpSpPr>
        <p:grpSpPr>
          <a:xfrm>
            <a:off x="929323" y="2218883"/>
            <a:ext cx="2922778" cy="2830081"/>
            <a:chOff x="929323" y="2218883"/>
            <a:chExt cx="2922778" cy="283008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14E8983-9312-4A40-C837-759DB23BA5E7}"/>
                </a:ext>
              </a:extLst>
            </p:cNvPr>
            <p:cNvGrpSpPr/>
            <p:nvPr/>
          </p:nvGrpSpPr>
          <p:grpSpPr>
            <a:xfrm>
              <a:off x="929323" y="3495036"/>
              <a:ext cx="2922778" cy="1553928"/>
              <a:chOff x="483610" y="2798786"/>
              <a:chExt cx="3369146" cy="1553928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BC761D-6594-C893-B952-C8C5F0C74F69}"/>
                  </a:ext>
                </a:extLst>
              </p:cNvPr>
              <p:cNvSpPr txBox="1"/>
              <p:nvPr/>
            </p:nvSpPr>
            <p:spPr>
              <a:xfrm>
                <a:off x="1055613" y="2798786"/>
                <a:ext cx="2384051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200" b="1" dirty="0">
                    <a:solidFill>
                      <a:schemeClr val="accent4"/>
                    </a:solidFill>
                    <a:latin typeface="Poppins" pitchFamily="2" charset="77"/>
                    <a:cs typeface="Poppins" pitchFamily="2" charset="77"/>
                  </a:rPr>
                  <a:t>Lorem Ipsum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91F37B8-D723-612F-6974-0D9976836275}"/>
                  </a:ext>
                </a:extLst>
              </p:cNvPr>
              <p:cNvSpPr txBox="1"/>
              <p:nvPr/>
            </p:nvSpPr>
            <p:spPr>
              <a:xfrm>
                <a:off x="483610" y="3337051"/>
                <a:ext cx="3369146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algn="ctr"/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tempor</a:t>
                </a:r>
                <a:r>
                  <a:rPr lang="en-US" sz="20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incididunt</a:t>
                </a:r>
                <a:r>
                  <a:rPr lang="en-US" sz="20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ut</a:t>
                </a:r>
                <a:r>
                  <a:rPr lang="en-US" sz="20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amet</a:t>
                </a:r>
                <a:r>
                  <a:rPr lang="en-US" sz="2000" dirty="0">
                    <a:latin typeface="Poppins Light" pitchFamily="2" charset="77"/>
                    <a:cs typeface="Poppins Light" pitchFamily="2" charset="77"/>
                  </a:rPr>
                  <a:t>, </a:t>
                </a:r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sectetur</a:t>
                </a:r>
                <a:r>
                  <a:rPr lang="en-US" sz="20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2000" dirty="0" err="1">
                    <a:latin typeface="Poppins Light" pitchFamily="2" charset="77"/>
                    <a:cs typeface="Poppins Light" pitchFamily="2" charset="77"/>
                  </a:rPr>
                  <a:t>adipiscing</a:t>
                </a:r>
                <a:endParaRPr lang="en-IL" sz="2000" dirty="0">
                  <a:latin typeface="Poppins Light" pitchFamily="2" charset="77"/>
                  <a:cs typeface="Poppins Light" pitchFamily="2" charset="77"/>
                </a:endParaRPr>
              </a:p>
            </p:txBody>
          </p:sp>
        </p:grp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39121218-521B-80CD-0911-91FAE25F78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857667" y="2218883"/>
              <a:ext cx="1143000" cy="1130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190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B4E8328-7F3E-C57E-6F68-2F0C2C2C7F10}"/>
              </a:ext>
            </a:extLst>
          </p:cNvPr>
          <p:cNvSpPr/>
          <p:nvPr/>
        </p:nvSpPr>
        <p:spPr>
          <a:xfrm>
            <a:off x="4437559" y="1899098"/>
            <a:ext cx="3288765" cy="3693981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6"/>
                </a:gs>
                <a:gs pos="64000">
                  <a:schemeClr val="accent1">
                    <a:lumMod val="45000"/>
                    <a:lumOff val="55000"/>
                  </a:schemeClr>
                </a:gs>
                <a:gs pos="99000">
                  <a:schemeClr val="accent6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E220940-E033-126F-8A1D-2840D01F930A}"/>
              </a:ext>
            </a:extLst>
          </p:cNvPr>
          <p:cNvSpPr/>
          <p:nvPr/>
        </p:nvSpPr>
        <p:spPr>
          <a:xfrm>
            <a:off x="8156907" y="1899098"/>
            <a:ext cx="3288765" cy="3693981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6"/>
                </a:gs>
                <a:gs pos="64000">
                  <a:schemeClr val="accent1">
                    <a:lumMod val="45000"/>
                    <a:lumOff val="55000"/>
                  </a:schemeClr>
                </a:gs>
                <a:gs pos="99000">
                  <a:schemeClr val="accent6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5579294-1F96-7DA8-746E-3E2491BF4422}"/>
              </a:ext>
            </a:extLst>
          </p:cNvPr>
          <p:cNvSpPr/>
          <p:nvPr/>
        </p:nvSpPr>
        <p:spPr>
          <a:xfrm>
            <a:off x="746328" y="1899099"/>
            <a:ext cx="3288765" cy="3693981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5000">
                  <a:schemeClr val="accent6"/>
                </a:gs>
                <a:gs pos="64000">
                  <a:schemeClr val="accent1">
                    <a:lumMod val="45000"/>
                    <a:lumOff val="55000"/>
                  </a:schemeClr>
                </a:gs>
                <a:gs pos="99000">
                  <a:schemeClr val="accent6"/>
                </a:gs>
              </a:gsLst>
              <a:lin ang="5400000" scaled="1"/>
            </a:gradFill>
          </a:ln>
          <a:effectLst>
            <a:outerShdw blurRad="135666" dist="63329" dir="5400000" sx="97000" sy="97000" algn="ctr" rotWithShape="0">
              <a:schemeClr val="bg2">
                <a:alpha val="16083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r>
              <a:rPr lang="en-IL" dirty="0">
                <a:latin typeface="Kalinga" panose="020B0502040204020203" pitchFamily="34" charset="0"/>
              </a:rPr>
              <a:t>[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85DD5-A332-56EF-B13C-86A8DC204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40" y="148882"/>
            <a:ext cx="10515600" cy="1325563"/>
          </a:xfrm>
        </p:spPr>
        <p:txBody>
          <a:bodyPr/>
          <a:lstStyle/>
          <a:p>
            <a:r>
              <a:rPr lang="en-IL" sz="3600" dirty="0"/>
              <a:t>Lorem Ipsum Dolor Amet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B535D0-F4FD-9D1A-18B3-09BABB272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04008" y="6367045"/>
            <a:ext cx="1772479" cy="365125"/>
          </a:xfrm>
          <a:prstGeom prst="rect">
            <a:avLst/>
          </a:prstGeom>
        </p:spPr>
        <p:txBody>
          <a:bodyPr/>
          <a:lstStyle/>
          <a:p>
            <a:fld id="{1D642B32-C527-CF47-880F-37902B4E1AA3}" type="slidenum">
              <a:rPr lang="en-IL" smtClean="0"/>
              <a:pPr/>
              <a:t>9</a:t>
            </a:fld>
            <a:endParaRPr lang="en-IL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E38EDC-0DC4-35C7-2A42-527855029458}"/>
              </a:ext>
            </a:extLst>
          </p:cNvPr>
          <p:cNvGrpSpPr/>
          <p:nvPr/>
        </p:nvGrpSpPr>
        <p:grpSpPr>
          <a:xfrm>
            <a:off x="4577766" y="3505596"/>
            <a:ext cx="3036467" cy="1546060"/>
            <a:chOff x="4399616" y="2825815"/>
            <a:chExt cx="3480912" cy="154606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1FBA981-D2FA-464F-B7D8-988742E04F97}"/>
                </a:ext>
              </a:extLst>
            </p:cNvPr>
            <p:cNvSpPr txBox="1"/>
            <p:nvPr/>
          </p:nvSpPr>
          <p:spPr>
            <a:xfrm>
              <a:off x="4954615" y="2825815"/>
              <a:ext cx="2370915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200" b="1">
                  <a:solidFill>
                    <a:schemeClr val="bg1"/>
                  </a:solidFill>
                </a:defRPr>
              </a:lvl1pPr>
            </a:lstStyle>
            <a:p>
              <a:r>
                <a:rPr lang="en-US" sz="2200" b="1" dirty="0">
                  <a:solidFill>
                    <a:schemeClr val="bg2"/>
                  </a:solidFill>
                  <a:latin typeface="Poppins" pitchFamily="2" charset="77"/>
                  <a:cs typeface="Poppins" pitchFamily="2" charset="77"/>
                </a:rPr>
                <a:t>Lorem Ipsum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59F4834-4803-D511-B113-82A153FB52CB}"/>
                </a:ext>
              </a:extLst>
            </p:cNvPr>
            <p:cNvSpPr txBox="1"/>
            <p:nvPr/>
          </p:nvSpPr>
          <p:spPr>
            <a:xfrm>
              <a:off x="4399616" y="3356212"/>
              <a:ext cx="3480912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tempor</a:t>
              </a:r>
              <a:r>
                <a:rPr lang="en-US" sz="20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incididunt</a:t>
              </a:r>
              <a:r>
                <a:rPr lang="en-US" sz="20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ut</a:t>
              </a:r>
              <a:r>
                <a:rPr lang="en-US" sz="20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amet</a:t>
              </a:r>
              <a:r>
                <a:rPr lang="en-US" sz="2000" dirty="0">
                  <a:latin typeface="Poppins Light" pitchFamily="2" charset="77"/>
                  <a:cs typeface="Poppins Light" pitchFamily="2" charset="77"/>
                </a:rPr>
                <a:t>, </a:t>
              </a:r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sectetur</a:t>
              </a:r>
              <a:r>
                <a:rPr lang="en-US" sz="20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adipiscing</a:t>
              </a:r>
              <a:endParaRPr lang="en-IL" sz="2000" dirty="0">
                <a:latin typeface="Poppins Light" pitchFamily="2" charset="77"/>
                <a:cs typeface="Poppins Light" pitchFamily="2" charset="77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DE1275-0F02-586B-FA6C-23F74895A0D9}"/>
              </a:ext>
            </a:extLst>
          </p:cNvPr>
          <p:cNvGrpSpPr/>
          <p:nvPr/>
        </p:nvGrpSpPr>
        <p:grpSpPr>
          <a:xfrm>
            <a:off x="8232706" y="3505596"/>
            <a:ext cx="3088384" cy="1543368"/>
            <a:chOff x="8458378" y="2825611"/>
            <a:chExt cx="3088384" cy="154336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5A21AFF-8EA2-E06B-D36F-DB693C135DE3}"/>
                </a:ext>
              </a:extLst>
            </p:cNvPr>
            <p:cNvSpPr txBox="1"/>
            <p:nvPr/>
          </p:nvSpPr>
          <p:spPr>
            <a:xfrm>
              <a:off x="8968472" y="2825611"/>
              <a:ext cx="2068195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chemeClr val="bg2"/>
                  </a:solidFill>
                  <a:latin typeface="Poppins" pitchFamily="2" charset="77"/>
                  <a:cs typeface="Poppins" pitchFamily="2" charset="77"/>
                </a:rPr>
                <a:t>Lorem Ipsum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CA6EE44-3CA2-A0B6-ECCE-DA0DB76F4CE4}"/>
                </a:ext>
              </a:extLst>
            </p:cNvPr>
            <p:cNvSpPr txBox="1"/>
            <p:nvPr/>
          </p:nvSpPr>
          <p:spPr>
            <a:xfrm>
              <a:off x="8458378" y="3353316"/>
              <a:ext cx="3088384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tempor</a:t>
              </a:r>
              <a:r>
                <a:rPr lang="en-US" sz="20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incididunt</a:t>
              </a:r>
              <a:r>
                <a:rPr lang="en-US" sz="20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ut</a:t>
              </a:r>
              <a:r>
                <a:rPr lang="en-US" sz="20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amet</a:t>
              </a:r>
              <a:r>
                <a:rPr lang="en-US" sz="2000" dirty="0">
                  <a:latin typeface="Poppins Light" pitchFamily="2" charset="77"/>
                  <a:cs typeface="Poppins Light" pitchFamily="2" charset="77"/>
                </a:rPr>
                <a:t>, </a:t>
              </a:r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sectetur</a:t>
              </a:r>
              <a:r>
                <a:rPr lang="en-US" sz="20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adipiscing</a:t>
              </a:r>
              <a:endParaRPr lang="en-IL" sz="2000" dirty="0">
                <a:latin typeface="Poppins Light" pitchFamily="2" charset="77"/>
                <a:cs typeface="Poppins Light" pitchFamily="2" charset="77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14E8983-9312-4A40-C837-759DB23BA5E7}"/>
              </a:ext>
            </a:extLst>
          </p:cNvPr>
          <p:cNvGrpSpPr/>
          <p:nvPr/>
        </p:nvGrpSpPr>
        <p:grpSpPr>
          <a:xfrm>
            <a:off x="929323" y="3495036"/>
            <a:ext cx="2922778" cy="1553928"/>
            <a:chOff x="483610" y="2798786"/>
            <a:chExt cx="3369146" cy="155392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4BC761D-6594-C893-B952-C8C5F0C74F69}"/>
                </a:ext>
              </a:extLst>
            </p:cNvPr>
            <p:cNvSpPr txBox="1"/>
            <p:nvPr/>
          </p:nvSpPr>
          <p:spPr>
            <a:xfrm>
              <a:off x="1055613" y="2798786"/>
              <a:ext cx="2384051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chemeClr val="bg2"/>
                  </a:solidFill>
                  <a:latin typeface="Poppins" pitchFamily="2" charset="77"/>
                  <a:cs typeface="Poppins" pitchFamily="2" charset="77"/>
                </a:rPr>
                <a:t>Lorem Ipsum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91F37B8-D723-612F-6974-0D9976836275}"/>
                </a:ext>
              </a:extLst>
            </p:cNvPr>
            <p:cNvSpPr txBox="1"/>
            <p:nvPr/>
          </p:nvSpPr>
          <p:spPr>
            <a:xfrm>
              <a:off x="483610" y="3337051"/>
              <a:ext cx="3369146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tempor</a:t>
              </a:r>
              <a:r>
                <a:rPr lang="en-US" sz="20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incididunt</a:t>
              </a:r>
              <a:r>
                <a:rPr lang="en-US" sz="20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ut</a:t>
              </a:r>
              <a:r>
                <a:rPr lang="en-US" sz="20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amet</a:t>
              </a:r>
              <a:r>
                <a:rPr lang="en-US" sz="2000" dirty="0">
                  <a:latin typeface="Poppins Light" pitchFamily="2" charset="77"/>
                  <a:cs typeface="Poppins Light" pitchFamily="2" charset="77"/>
                </a:rPr>
                <a:t>, </a:t>
              </a:r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sectetur</a:t>
              </a:r>
              <a:r>
                <a:rPr lang="en-US" sz="20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2000" dirty="0" err="1">
                  <a:latin typeface="Poppins Light" pitchFamily="2" charset="77"/>
                  <a:cs typeface="Poppins Light" pitchFamily="2" charset="77"/>
                </a:rPr>
                <a:t>adipiscing</a:t>
              </a:r>
              <a:endParaRPr lang="en-IL" sz="2000" dirty="0">
                <a:latin typeface="Poppins Light" pitchFamily="2" charset="77"/>
                <a:cs typeface="Poppins Light" pitchFamily="2" charset="77"/>
              </a:endParaRPr>
            </a:p>
          </p:txBody>
        </p:sp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0ECAC71C-7737-6680-5BB2-73A10E1600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51828" y="2253482"/>
            <a:ext cx="1098922" cy="1098922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F632941A-7EDA-D8F1-5F86-B3AD82350E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1162" y="2342264"/>
            <a:ext cx="961557" cy="1030239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9A1F52DD-5B11-3B32-1D2B-15CE0229C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0012" y="2293486"/>
            <a:ext cx="1109487" cy="103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801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F5A69-2FCA-BEAD-F678-BA8D141E8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8DF25E6-3041-1BFB-06B0-2134C861041E}"/>
              </a:ext>
            </a:extLst>
          </p:cNvPr>
          <p:cNvSpPr/>
          <p:nvPr/>
        </p:nvSpPr>
        <p:spPr>
          <a:xfrm>
            <a:off x="424958" y="401445"/>
            <a:ext cx="7039329" cy="5562032"/>
          </a:xfrm>
          <a:prstGeom prst="roundRect">
            <a:avLst>
              <a:gd name="adj" fmla="val 4979"/>
            </a:avLst>
          </a:prstGeom>
          <a:gradFill flip="none" rotWithShape="1">
            <a:gsLst>
              <a:gs pos="0">
                <a:srgbClr val="E7F7F2"/>
              </a:gs>
              <a:gs pos="73000">
                <a:schemeClr val="bg1">
                  <a:alpha val="87468"/>
                </a:schemeClr>
              </a:gs>
            </a:gsLst>
            <a:lin ang="18000000" scaled="0"/>
            <a:tileRect/>
          </a:gradFill>
          <a:ln w="6350">
            <a:noFill/>
          </a:ln>
          <a:effectLst>
            <a:outerShdw blurRad="473323" dist="173284" dir="5400000" sx="95000" sy="95000" algn="ctr" rotWithShape="0">
              <a:schemeClr val="bg2">
                <a:alpha val="25852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>
              <a:latin typeface="Kalinga" panose="020B0502040204020203" pitchFamily="34" charset="0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1750079-7CC6-A1A0-4FA5-F1A020AF16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L" dirty="0"/>
              <a:t>Lorem Ipsum Dolor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7F3571-30D0-7AA7-860B-7228E88F78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9843" y="2165131"/>
            <a:ext cx="6562477" cy="3706383"/>
          </a:xfrm>
        </p:spPr>
        <p:txBody>
          <a:bodyPr>
            <a:normAutofit/>
          </a:bodyPr>
          <a:lstStyle/>
          <a:p>
            <a:r>
              <a:rPr lang="en-US" dirty="0"/>
              <a:t>Cato enables customers to MPLS to a high-capacity and resilient modern network. Using Cato Edge </a:t>
            </a:r>
          </a:p>
          <a:p>
            <a:r>
              <a:rPr lang="en-US" dirty="0"/>
              <a:t>Customers with a global footprint leverage Cato’s affordable </a:t>
            </a:r>
            <a:r>
              <a:rPr lang="en-US" dirty="0" err="1"/>
              <a:t>globto</a:t>
            </a:r>
            <a:r>
              <a:rPr lang="en-US" dirty="0"/>
              <a:t> reduce cost, meet service levels, improve performance, and deliver security everywhere. </a:t>
            </a:r>
          </a:p>
          <a:p>
            <a:r>
              <a:rPr lang="en-US" dirty="0"/>
              <a:t>Customers with a global footprint leverage Cato’s affordable </a:t>
            </a:r>
            <a:r>
              <a:rPr lang="en-US" dirty="0" err="1"/>
              <a:t>globto</a:t>
            </a:r>
            <a:r>
              <a:rPr lang="en-US" dirty="0"/>
              <a:t> reduce cost, meet service levels, improve performance, and deliver security everywhere. </a:t>
            </a:r>
          </a:p>
          <a:p>
            <a:r>
              <a:rPr lang="en-US" dirty="0"/>
              <a:t>Customers with a global footprint leverage Cato’s affordable </a:t>
            </a:r>
            <a:r>
              <a:rPr lang="en-US" dirty="0" err="1"/>
              <a:t>globto</a:t>
            </a:r>
            <a:r>
              <a:rPr lang="en-US" dirty="0"/>
              <a:t> reduce cost, meet service levels, improve performance, and deliver security everywhere. </a:t>
            </a:r>
            <a:endParaRPr lang="en-IL" dirty="0"/>
          </a:p>
          <a:p>
            <a:endParaRPr lang="en-IL" dirty="0"/>
          </a:p>
          <a:p>
            <a:endParaRPr lang="en-IL" dirty="0"/>
          </a:p>
          <a:p>
            <a:pPr lvl="0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553DB3-FFE1-8573-EC18-8971BDCDA6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179879D-61CB-0A9D-5E2D-B7D44F5E3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10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33F610-409C-1DE1-38D9-00B04FAF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21133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334">
            <a:extLst>
              <a:ext uri="{FF2B5EF4-FFF2-40B4-BE49-F238E27FC236}">
                <a16:creationId xmlns:a16="http://schemas.microsoft.com/office/drawing/2014/main" id="{B8106009-BC0B-3A4C-9BA5-283F344B25C0}"/>
              </a:ext>
            </a:extLst>
          </p:cNvPr>
          <p:cNvSpPr/>
          <p:nvPr/>
        </p:nvSpPr>
        <p:spPr>
          <a:xfrm>
            <a:off x="0" y="3671202"/>
            <a:ext cx="12192000" cy="4997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ABA32-C5EC-AE01-7E38-53C5AD7945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11</a:t>
            </a:fld>
            <a:endParaRPr lang="en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61ACF6-9C88-C3D1-9BA4-F84FB127F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Timeline Roadmap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AA98DE1-5CFA-2AA0-7E5C-C9A38D17C4E8}"/>
              </a:ext>
            </a:extLst>
          </p:cNvPr>
          <p:cNvSpPr txBox="1"/>
          <p:nvPr/>
        </p:nvSpPr>
        <p:spPr>
          <a:xfrm>
            <a:off x="1280151" y="3785799"/>
            <a:ext cx="7280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050" b="1" dirty="0">
                <a:solidFill>
                  <a:schemeClr val="bg2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Q1 2025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8BC10FA-74E4-41A6-7FF8-BB8DCEC59073}"/>
              </a:ext>
            </a:extLst>
          </p:cNvPr>
          <p:cNvSpPr txBox="1"/>
          <p:nvPr/>
        </p:nvSpPr>
        <p:spPr>
          <a:xfrm>
            <a:off x="4381337" y="3788363"/>
            <a:ext cx="7216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050" b="1" dirty="0">
                <a:solidFill>
                  <a:schemeClr val="bg2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Q2 2025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741751A-C3D3-B5A8-AFD6-C6A043F52EFF}"/>
              </a:ext>
            </a:extLst>
          </p:cNvPr>
          <p:cNvSpPr txBox="1"/>
          <p:nvPr/>
        </p:nvSpPr>
        <p:spPr>
          <a:xfrm>
            <a:off x="7277689" y="3798845"/>
            <a:ext cx="7216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050" b="1" dirty="0">
                <a:solidFill>
                  <a:schemeClr val="bg2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Q3 2025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D918A8-5FD4-2553-D993-9FEF7D50E36B}"/>
              </a:ext>
            </a:extLst>
          </p:cNvPr>
          <p:cNvSpPr txBox="1"/>
          <p:nvPr/>
        </p:nvSpPr>
        <p:spPr>
          <a:xfrm>
            <a:off x="10357601" y="3772755"/>
            <a:ext cx="7216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050" b="1" dirty="0">
                <a:solidFill>
                  <a:schemeClr val="bg2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Q3 2025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34A745C-2934-EA0D-0DF1-750169988BAF}"/>
              </a:ext>
            </a:extLst>
          </p:cNvPr>
          <p:cNvGrpSpPr/>
          <p:nvPr/>
        </p:nvGrpSpPr>
        <p:grpSpPr>
          <a:xfrm>
            <a:off x="116078" y="3450379"/>
            <a:ext cx="3038545" cy="94422"/>
            <a:chOff x="8159784" y="738908"/>
            <a:chExt cx="3038545" cy="94422"/>
          </a:xfrm>
          <a:solidFill>
            <a:schemeClr val="accent6"/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771F418-44F5-6E88-4C9A-957319536F87}"/>
                </a:ext>
              </a:extLst>
            </p:cNvPr>
            <p:cNvGrpSpPr/>
            <p:nvPr/>
          </p:nvGrpSpPr>
          <p:grpSpPr>
            <a:xfrm>
              <a:off x="8299346" y="738908"/>
              <a:ext cx="2898983" cy="91457"/>
              <a:chOff x="641620" y="507438"/>
              <a:chExt cx="2898983" cy="91457"/>
            </a:xfrm>
            <a:grpFill/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31FE793-8694-E895-3435-2C1B2E9E72F2}"/>
                  </a:ext>
                </a:extLst>
              </p:cNvPr>
              <p:cNvGrpSpPr/>
              <p:nvPr/>
            </p:nvGrpSpPr>
            <p:grpSpPr>
              <a:xfrm>
                <a:off x="641620" y="512880"/>
                <a:ext cx="2717898" cy="86015"/>
                <a:chOff x="5133887" y="4714490"/>
                <a:chExt cx="2717898" cy="86015"/>
              </a:xfrm>
              <a:grpFill/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8F7FB367-8849-FB9A-2C2D-60D6074A7D9F}"/>
                    </a:ext>
                  </a:extLst>
                </p:cNvPr>
                <p:cNvGrpSpPr/>
                <p:nvPr userDrawn="1"/>
              </p:nvGrpSpPr>
              <p:grpSpPr>
                <a:xfrm rot="16200000">
                  <a:off x="6462328" y="3969356"/>
                  <a:ext cx="86015" cy="1576283"/>
                  <a:chOff x="3213109" y="4913556"/>
                  <a:chExt cx="142357" cy="2608756"/>
                </a:xfrm>
                <a:grpFill/>
              </p:grpSpPr>
              <p:sp>
                <p:nvSpPr>
                  <p:cNvPr id="53" name="Oval 52">
                    <a:extLst>
                      <a:ext uri="{FF2B5EF4-FFF2-40B4-BE49-F238E27FC236}">
                        <a16:creationId xmlns:a16="http://schemas.microsoft.com/office/drawing/2014/main" id="{91D09093-AB5D-DCD6-CDDD-0A1225494A5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09" y="4913556"/>
                    <a:ext cx="142349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54" name="Oval 53">
                    <a:extLst>
                      <a:ext uri="{FF2B5EF4-FFF2-40B4-BE49-F238E27FC236}">
                        <a16:creationId xmlns:a16="http://schemas.microsoft.com/office/drawing/2014/main" id="{CF2F762A-6E60-E966-3B01-D2AE63BB65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18" y="7379962"/>
                    <a:ext cx="142348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5BB6B98E-0FED-1836-73EE-F99A8013B681}"/>
                    </a:ext>
                  </a:extLst>
                </p:cNvPr>
                <p:cNvGrpSpPr/>
                <p:nvPr userDrawn="1"/>
              </p:nvGrpSpPr>
              <p:grpSpPr>
                <a:xfrm>
                  <a:off x="5133887" y="4748324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71437403-96D6-AFDB-C3FE-01D896C0685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CCCD4F0A-466C-94EA-98CD-6F5A72A7908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35514242-B0F1-8716-3431-B3AD7CDD5D4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41DFDD1B-8270-E0BA-8873-3EC205C9F7D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C64AFE7A-17A5-DE63-9739-7F257C3FAC6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17B00F53-2D5C-B8BA-6145-F6B13059A71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F0DD2B0-0979-BF67-38DF-4153EC094116}"/>
                    </a:ext>
                  </a:extLst>
                </p:cNvPr>
                <p:cNvGrpSpPr/>
                <p:nvPr userDrawn="1"/>
              </p:nvGrpSpPr>
              <p:grpSpPr>
                <a:xfrm>
                  <a:off x="5134607" y="4745339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2D3B40C4-3589-8721-2BBD-2F5920FB254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6F614765-5670-2824-1233-C9917C84F43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A693C718-F135-1DA3-AF7B-75DDCB43651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71D40F86-CA45-8B2E-7684-3BF36C003D9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B7036F82-2EAA-D5AF-97BB-ECD42996917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A8E476AE-E9F8-D8A6-C1E0-83AB9951B19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4064D5D2-424A-9527-EE2A-20D486869D02}"/>
                    </a:ext>
                  </a:extLst>
                </p:cNvPr>
                <p:cNvGrpSpPr/>
                <p:nvPr userDrawn="1"/>
              </p:nvGrpSpPr>
              <p:grpSpPr>
                <a:xfrm>
                  <a:off x="5879744" y="4745338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AE8CF2E3-EB23-2F56-973F-F196AE6AA35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8723F3C4-DFA8-A1C1-3C0F-88305227459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9DCD49E3-B61B-D659-3AF6-12999686B83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654F8BD0-9D18-64B5-AF2B-D786E977901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B83D1836-725C-A24A-C025-D59A7D45597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387821D1-B912-42C1-C486-F5AAE3E0516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3338A9EB-E962-244B-2D72-F3D1281318E7}"/>
                    </a:ext>
                  </a:extLst>
                </p:cNvPr>
                <p:cNvGrpSpPr/>
                <p:nvPr userDrawn="1"/>
              </p:nvGrpSpPr>
              <p:grpSpPr>
                <a:xfrm>
                  <a:off x="6624881" y="4745337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EEAFA39C-5E05-9BCB-B3C8-C9EBF293F6D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9E3D126F-F3D7-F84F-7E56-596A5BC6782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0D2CA06B-6D3E-8294-0612-76FEBB98EA0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2ECC673D-CC78-257B-333E-8E35DB7716B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8584AA11-951F-AB68-A86E-DBC0047C3C1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2ABEC306-9450-1842-DEA7-D529447893C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CA72FA42-B055-16FA-F775-2EA1358EAED3}"/>
                    </a:ext>
                  </a:extLst>
                </p:cNvPr>
                <p:cNvGrpSpPr/>
                <p:nvPr userDrawn="1"/>
              </p:nvGrpSpPr>
              <p:grpSpPr>
                <a:xfrm>
                  <a:off x="7345737" y="4745336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D296FD09-9A76-FF01-C95A-08AD0FA7449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D1BD1AD1-6CE1-B0A1-9743-9D9EA0218D5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4E2A05A8-AA23-904F-25A9-5CF4C538716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41E064C4-B329-4B81-3A6D-DE35B650A00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A3E09D68-4B75-6767-8A03-078EDA0CDE9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648EB9B1-F4A3-D411-5B72-FA7C8C453D6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5E69547-9FB0-813A-98E2-893E0EDB992E}"/>
                  </a:ext>
                </a:extLst>
              </p:cNvPr>
              <p:cNvSpPr/>
              <p:nvPr/>
            </p:nvSpPr>
            <p:spPr>
              <a:xfrm rot="16200000">
                <a:off x="3454592" y="507437"/>
                <a:ext cx="86010" cy="860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latin typeface="Kalinga" panose="020B0502040204020203" pitchFamily="34" charset="0"/>
                </a:endParaRPr>
              </a:p>
            </p:txBody>
          </p: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81ADCC8-C401-6521-0707-E534EFECA6AD}"/>
                </a:ext>
              </a:extLst>
            </p:cNvPr>
            <p:cNvSpPr/>
            <p:nvPr/>
          </p:nvSpPr>
          <p:spPr>
            <a:xfrm rot="16200000">
              <a:off x="9615959" y="747319"/>
              <a:ext cx="86010" cy="8601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A3D173F-9BD9-F881-A917-9D39B731F965}"/>
                </a:ext>
              </a:extLst>
            </p:cNvPr>
            <p:cNvSpPr/>
            <p:nvPr/>
          </p:nvSpPr>
          <p:spPr>
            <a:xfrm rot="16200000">
              <a:off x="8159785" y="738907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8CB8555-986C-31FF-EA4D-668BF2B4DF1B}"/>
              </a:ext>
            </a:extLst>
          </p:cNvPr>
          <p:cNvGrpSpPr/>
          <p:nvPr/>
        </p:nvGrpSpPr>
        <p:grpSpPr>
          <a:xfrm>
            <a:off x="116078" y="4255993"/>
            <a:ext cx="3038545" cy="94422"/>
            <a:chOff x="8159784" y="738908"/>
            <a:chExt cx="3038545" cy="94422"/>
          </a:xfrm>
          <a:solidFill>
            <a:schemeClr val="accent6"/>
          </a:solidFill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A8520F61-A3D7-4901-DCFA-AC228602A4B6}"/>
                </a:ext>
              </a:extLst>
            </p:cNvPr>
            <p:cNvGrpSpPr/>
            <p:nvPr/>
          </p:nvGrpSpPr>
          <p:grpSpPr>
            <a:xfrm>
              <a:off x="8299346" y="738908"/>
              <a:ext cx="2898983" cy="91457"/>
              <a:chOff x="641620" y="507438"/>
              <a:chExt cx="2898983" cy="91457"/>
            </a:xfrm>
            <a:grpFill/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BCD814EB-80F2-F62A-80C1-C92B904A32D0}"/>
                  </a:ext>
                </a:extLst>
              </p:cNvPr>
              <p:cNvGrpSpPr/>
              <p:nvPr/>
            </p:nvGrpSpPr>
            <p:grpSpPr>
              <a:xfrm>
                <a:off x="641620" y="512880"/>
                <a:ext cx="2717898" cy="86015"/>
                <a:chOff x="5133887" y="4714490"/>
                <a:chExt cx="2717898" cy="86015"/>
              </a:xfrm>
              <a:grpFill/>
            </p:grpSpPr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03F621FC-3A30-3C7D-D2C9-E68B981A142E}"/>
                    </a:ext>
                  </a:extLst>
                </p:cNvPr>
                <p:cNvGrpSpPr/>
                <p:nvPr userDrawn="1"/>
              </p:nvGrpSpPr>
              <p:grpSpPr>
                <a:xfrm rot="16200000">
                  <a:off x="6462328" y="3969356"/>
                  <a:ext cx="86015" cy="1576283"/>
                  <a:chOff x="3213109" y="4913556"/>
                  <a:chExt cx="142357" cy="2608756"/>
                </a:xfrm>
                <a:grpFill/>
              </p:grpSpPr>
              <p:sp>
                <p:nvSpPr>
                  <p:cNvPr id="111" name="Oval 110">
                    <a:extLst>
                      <a:ext uri="{FF2B5EF4-FFF2-40B4-BE49-F238E27FC236}">
                        <a16:creationId xmlns:a16="http://schemas.microsoft.com/office/drawing/2014/main" id="{297621DB-CDDF-6596-D9A3-01FFF057380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09" y="4913556"/>
                    <a:ext cx="142349" cy="142350"/>
                  </a:xfrm>
                  <a:prstGeom prst="ellipse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12" name="Oval 111">
                    <a:extLst>
                      <a:ext uri="{FF2B5EF4-FFF2-40B4-BE49-F238E27FC236}">
                        <a16:creationId xmlns:a16="http://schemas.microsoft.com/office/drawing/2014/main" id="{8DC0986D-547A-24BD-01B8-1002DB1082F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18" y="7379962"/>
                    <a:ext cx="142348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96338680-5201-3550-765D-EBB440E4012F}"/>
                    </a:ext>
                  </a:extLst>
                </p:cNvPr>
                <p:cNvGrpSpPr/>
                <p:nvPr userDrawn="1"/>
              </p:nvGrpSpPr>
              <p:grpSpPr>
                <a:xfrm>
                  <a:off x="5133887" y="4748324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05" name="Oval 104">
                    <a:extLst>
                      <a:ext uri="{FF2B5EF4-FFF2-40B4-BE49-F238E27FC236}">
                        <a16:creationId xmlns:a16="http://schemas.microsoft.com/office/drawing/2014/main" id="{327BF05B-BB11-2590-9E9C-05EE061C280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06" name="Oval 105">
                    <a:extLst>
                      <a:ext uri="{FF2B5EF4-FFF2-40B4-BE49-F238E27FC236}">
                        <a16:creationId xmlns:a16="http://schemas.microsoft.com/office/drawing/2014/main" id="{6DFE6FF1-B69F-EFF3-CF82-C29E3073AE5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07" name="Oval 106">
                    <a:extLst>
                      <a:ext uri="{FF2B5EF4-FFF2-40B4-BE49-F238E27FC236}">
                        <a16:creationId xmlns:a16="http://schemas.microsoft.com/office/drawing/2014/main" id="{59CA24AF-8327-882A-9993-5BEE1E338E8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08" name="Oval 107">
                    <a:extLst>
                      <a:ext uri="{FF2B5EF4-FFF2-40B4-BE49-F238E27FC236}">
                        <a16:creationId xmlns:a16="http://schemas.microsoft.com/office/drawing/2014/main" id="{49A29063-5339-8850-81AC-4440E2F0721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09" name="Oval 108">
                    <a:extLst>
                      <a:ext uri="{FF2B5EF4-FFF2-40B4-BE49-F238E27FC236}">
                        <a16:creationId xmlns:a16="http://schemas.microsoft.com/office/drawing/2014/main" id="{525B9FEE-279A-6B2C-F21C-32D58940E8D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10" name="Oval 109">
                    <a:extLst>
                      <a:ext uri="{FF2B5EF4-FFF2-40B4-BE49-F238E27FC236}">
                        <a16:creationId xmlns:a16="http://schemas.microsoft.com/office/drawing/2014/main" id="{BE41DD6D-F03E-BE40-0DFC-9F7EB782D4C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F0730224-C214-AC96-1611-0CB5DEE69256}"/>
                    </a:ext>
                  </a:extLst>
                </p:cNvPr>
                <p:cNvGrpSpPr/>
                <p:nvPr userDrawn="1"/>
              </p:nvGrpSpPr>
              <p:grpSpPr>
                <a:xfrm>
                  <a:off x="5134607" y="4745339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99" name="Oval 98">
                    <a:extLst>
                      <a:ext uri="{FF2B5EF4-FFF2-40B4-BE49-F238E27FC236}">
                        <a16:creationId xmlns:a16="http://schemas.microsoft.com/office/drawing/2014/main" id="{425EC091-2805-D7C2-5875-C8505D9409A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00" name="Oval 99">
                    <a:extLst>
                      <a:ext uri="{FF2B5EF4-FFF2-40B4-BE49-F238E27FC236}">
                        <a16:creationId xmlns:a16="http://schemas.microsoft.com/office/drawing/2014/main" id="{A9069EA2-DA04-0001-6A5B-5E807EF83FD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01" name="Oval 100">
                    <a:extLst>
                      <a:ext uri="{FF2B5EF4-FFF2-40B4-BE49-F238E27FC236}">
                        <a16:creationId xmlns:a16="http://schemas.microsoft.com/office/drawing/2014/main" id="{C9F5D886-84BA-097A-7B5C-71DE928DB61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02" name="Oval 101">
                    <a:extLst>
                      <a:ext uri="{FF2B5EF4-FFF2-40B4-BE49-F238E27FC236}">
                        <a16:creationId xmlns:a16="http://schemas.microsoft.com/office/drawing/2014/main" id="{8B6B0D63-F180-360D-3C5A-685AC180BC0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03" name="Oval 102">
                    <a:extLst>
                      <a:ext uri="{FF2B5EF4-FFF2-40B4-BE49-F238E27FC236}">
                        <a16:creationId xmlns:a16="http://schemas.microsoft.com/office/drawing/2014/main" id="{3CA46B99-6355-8DA0-82DA-747BB6A160E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04" name="Oval 103">
                    <a:extLst>
                      <a:ext uri="{FF2B5EF4-FFF2-40B4-BE49-F238E27FC236}">
                        <a16:creationId xmlns:a16="http://schemas.microsoft.com/office/drawing/2014/main" id="{6F2954CA-171A-38B0-9E70-B066B46C4E5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D071B5EA-9B82-7571-FC29-AD74877D84F4}"/>
                    </a:ext>
                  </a:extLst>
                </p:cNvPr>
                <p:cNvGrpSpPr/>
                <p:nvPr userDrawn="1"/>
              </p:nvGrpSpPr>
              <p:grpSpPr>
                <a:xfrm>
                  <a:off x="5879744" y="4745338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93" name="Oval 92">
                    <a:extLst>
                      <a:ext uri="{FF2B5EF4-FFF2-40B4-BE49-F238E27FC236}">
                        <a16:creationId xmlns:a16="http://schemas.microsoft.com/office/drawing/2014/main" id="{6F2BC6A4-DB70-AFEF-448C-6C5F8F4F8C2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94" name="Oval 93">
                    <a:extLst>
                      <a:ext uri="{FF2B5EF4-FFF2-40B4-BE49-F238E27FC236}">
                        <a16:creationId xmlns:a16="http://schemas.microsoft.com/office/drawing/2014/main" id="{B74710E2-3D68-0ADF-9C60-44713822BA1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ADE24968-E02B-E212-30A2-B13C31E636E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96" name="Oval 95">
                    <a:extLst>
                      <a:ext uri="{FF2B5EF4-FFF2-40B4-BE49-F238E27FC236}">
                        <a16:creationId xmlns:a16="http://schemas.microsoft.com/office/drawing/2014/main" id="{E8DD90B3-6AB6-2307-5391-14CBFCEC17B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97" name="Oval 96">
                    <a:extLst>
                      <a:ext uri="{FF2B5EF4-FFF2-40B4-BE49-F238E27FC236}">
                        <a16:creationId xmlns:a16="http://schemas.microsoft.com/office/drawing/2014/main" id="{6397C9A3-3AFD-05ED-4EC3-BC0A50D9E60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98" name="Oval 97">
                    <a:extLst>
                      <a:ext uri="{FF2B5EF4-FFF2-40B4-BE49-F238E27FC236}">
                        <a16:creationId xmlns:a16="http://schemas.microsoft.com/office/drawing/2014/main" id="{5B50AF95-796F-16EC-4027-858B312949F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90BE7E83-0A66-92CC-19B1-8D70CD9A2C5C}"/>
                    </a:ext>
                  </a:extLst>
                </p:cNvPr>
                <p:cNvGrpSpPr/>
                <p:nvPr userDrawn="1"/>
              </p:nvGrpSpPr>
              <p:grpSpPr>
                <a:xfrm>
                  <a:off x="6624881" y="4745337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87" name="Oval 86">
                    <a:extLst>
                      <a:ext uri="{FF2B5EF4-FFF2-40B4-BE49-F238E27FC236}">
                        <a16:creationId xmlns:a16="http://schemas.microsoft.com/office/drawing/2014/main" id="{829837C4-266E-576B-A007-519C0313DF5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88" name="Oval 87">
                    <a:extLst>
                      <a:ext uri="{FF2B5EF4-FFF2-40B4-BE49-F238E27FC236}">
                        <a16:creationId xmlns:a16="http://schemas.microsoft.com/office/drawing/2014/main" id="{4E11B61E-B1BB-2C44-0757-C90678682BA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89" name="Oval 88">
                    <a:extLst>
                      <a:ext uri="{FF2B5EF4-FFF2-40B4-BE49-F238E27FC236}">
                        <a16:creationId xmlns:a16="http://schemas.microsoft.com/office/drawing/2014/main" id="{04A1F375-8AA2-6ECC-F608-403C14FA3E0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90" name="Oval 89">
                    <a:extLst>
                      <a:ext uri="{FF2B5EF4-FFF2-40B4-BE49-F238E27FC236}">
                        <a16:creationId xmlns:a16="http://schemas.microsoft.com/office/drawing/2014/main" id="{714527C8-3BA6-8291-FE59-B4B2A1CCE9E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91" name="Oval 90">
                    <a:extLst>
                      <a:ext uri="{FF2B5EF4-FFF2-40B4-BE49-F238E27FC236}">
                        <a16:creationId xmlns:a16="http://schemas.microsoft.com/office/drawing/2014/main" id="{17F392BD-1B18-8225-35E3-73900D6F349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92" name="Oval 91">
                    <a:extLst>
                      <a:ext uri="{FF2B5EF4-FFF2-40B4-BE49-F238E27FC236}">
                        <a16:creationId xmlns:a16="http://schemas.microsoft.com/office/drawing/2014/main" id="{02F544BF-604C-FC92-F0D3-885BAAA4A73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64773F5F-BF19-73DE-7A8A-6B50A5D677DC}"/>
                    </a:ext>
                  </a:extLst>
                </p:cNvPr>
                <p:cNvGrpSpPr/>
                <p:nvPr userDrawn="1"/>
              </p:nvGrpSpPr>
              <p:grpSpPr>
                <a:xfrm>
                  <a:off x="7345737" y="4745336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81" name="Oval 80">
                    <a:extLst>
                      <a:ext uri="{FF2B5EF4-FFF2-40B4-BE49-F238E27FC236}">
                        <a16:creationId xmlns:a16="http://schemas.microsoft.com/office/drawing/2014/main" id="{733AD622-A1A8-B05D-C403-4801840A4AF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82" name="Oval 81">
                    <a:extLst>
                      <a:ext uri="{FF2B5EF4-FFF2-40B4-BE49-F238E27FC236}">
                        <a16:creationId xmlns:a16="http://schemas.microsoft.com/office/drawing/2014/main" id="{8B468D20-D4A1-F06B-5F1E-6D766E3B4C5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83" name="Oval 82">
                    <a:extLst>
                      <a:ext uri="{FF2B5EF4-FFF2-40B4-BE49-F238E27FC236}">
                        <a16:creationId xmlns:a16="http://schemas.microsoft.com/office/drawing/2014/main" id="{27238B8C-477D-1C05-DC15-CEE78CEBE5F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84" name="Oval 83">
                    <a:extLst>
                      <a:ext uri="{FF2B5EF4-FFF2-40B4-BE49-F238E27FC236}">
                        <a16:creationId xmlns:a16="http://schemas.microsoft.com/office/drawing/2014/main" id="{2C518428-58DF-A47F-90D0-0077B9F3D7E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85" name="Oval 84">
                    <a:extLst>
                      <a:ext uri="{FF2B5EF4-FFF2-40B4-BE49-F238E27FC236}">
                        <a16:creationId xmlns:a16="http://schemas.microsoft.com/office/drawing/2014/main" id="{FC45E855-3B27-8EAD-4FEB-848C84AB597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86" name="Oval 85">
                    <a:extLst>
                      <a:ext uri="{FF2B5EF4-FFF2-40B4-BE49-F238E27FC236}">
                        <a16:creationId xmlns:a16="http://schemas.microsoft.com/office/drawing/2014/main" id="{42C3425B-CCA3-8787-584E-AE49985C985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591DC5D4-4729-A12B-EC26-80F11F54EB0D}"/>
                  </a:ext>
                </a:extLst>
              </p:cNvPr>
              <p:cNvSpPr/>
              <p:nvPr/>
            </p:nvSpPr>
            <p:spPr>
              <a:xfrm rot="16200000">
                <a:off x="3454592" y="507437"/>
                <a:ext cx="86010" cy="860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latin typeface="Kalinga" panose="020B0502040204020203" pitchFamily="34" charset="0"/>
                </a:endParaRPr>
              </a:p>
            </p:txBody>
          </p:sp>
        </p:grp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9516432-6D2B-D7BD-59B1-90A4D6D1C988}"/>
                </a:ext>
              </a:extLst>
            </p:cNvPr>
            <p:cNvSpPr/>
            <p:nvPr/>
          </p:nvSpPr>
          <p:spPr>
            <a:xfrm rot="16200000">
              <a:off x="9615959" y="747319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solidFill>
                  <a:srgbClr val="6FB2A6"/>
                </a:solidFill>
                <a:latin typeface="Kalinga" panose="020B0502040204020203" pitchFamily="34" charset="0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381297D0-8ADF-98D8-BE9A-692BCDA33A5B}"/>
                </a:ext>
              </a:extLst>
            </p:cNvPr>
            <p:cNvSpPr/>
            <p:nvPr/>
          </p:nvSpPr>
          <p:spPr>
            <a:xfrm rot="16200000">
              <a:off x="8159785" y="738907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35932D0-30AE-9839-B933-B52F4DC8C4ED}"/>
              </a:ext>
            </a:extLst>
          </p:cNvPr>
          <p:cNvGrpSpPr/>
          <p:nvPr/>
        </p:nvGrpSpPr>
        <p:grpSpPr>
          <a:xfrm>
            <a:off x="3072397" y="3446636"/>
            <a:ext cx="3038545" cy="94422"/>
            <a:chOff x="8159784" y="738908"/>
            <a:chExt cx="3038545" cy="94422"/>
          </a:xfrm>
          <a:solidFill>
            <a:schemeClr val="accent6"/>
          </a:solidFill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B07CA620-16C3-D62C-A49C-B9707FA74920}"/>
                </a:ext>
              </a:extLst>
            </p:cNvPr>
            <p:cNvGrpSpPr/>
            <p:nvPr/>
          </p:nvGrpSpPr>
          <p:grpSpPr>
            <a:xfrm>
              <a:off x="8299346" y="738908"/>
              <a:ext cx="2898983" cy="91457"/>
              <a:chOff x="641620" y="507438"/>
              <a:chExt cx="2898983" cy="91457"/>
            </a:xfrm>
            <a:grpFill/>
          </p:grpSpPr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7F4A99F4-94E3-88DB-7C2C-4471B24A21F5}"/>
                  </a:ext>
                </a:extLst>
              </p:cNvPr>
              <p:cNvGrpSpPr/>
              <p:nvPr/>
            </p:nvGrpSpPr>
            <p:grpSpPr>
              <a:xfrm>
                <a:off x="641620" y="512880"/>
                <a:ext cx="2717898" cy="86015"/>
                <a:chOff x="5133887" y="4714490"/>
                <a:chExt cx="2717898" cy="86015"/>
              </a:xfrm>
              <a:grpFill/>
            </p:grpSpPr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ACFB433D-C251-FAD8-74C9-FB38AAEB0571}"/>
                    </a:ext>
                  </a:extLst>
                </p:cNvPr>
                <p:cNvGrpSpPr/>
                <p:nvPr userDrawn="1"/>
              </p:nvGrpSpPr>
              <p:grpSpPr>
                <a:xfrm rot="16200000">
                  <a:off x="6462328" y="3969356"/>
                  <a:ext cx="86015" cy="1576283"/>
                  <a:chOff x="3213109" y="4913556"/>
                  <a:chExt cx="142357" cy="2608756"/>
                </a:xfrm>
                <a:grpFill/>
              </p:grpSpPr>
              <p:sp>
                <p:nvSpPr>
                  <p:cNvPr id="220" name="Oval 219">
                    <a:extLst>
                      <a:ext uri="{FF2B5EF4-FFF2-40B4-BE49-F238E27FC236}">
                        <a16:creationId xmlns:a16="http://schemas.microsoft.com/office/drawing/2014/main" id="{5A412CFB-4041-915E-5EF4-25B6F850B59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09" y="4913556"/>
                    <a:ext cx="142349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21" name="Oval 220">
                    <a:extLst>
                      <a:ext uri="{FF2B5EF4-FFF2-40B4-BE49-F238E27FC236}">
                        <a16:creationId xmlns:a16="http://schemas.microsoft.com/office/drawing/2014/main" id="{C1FA671E-B65E-BCA4-C542-BD667C96181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18" y="7379962"/>
                    <a:ext cx="142348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85" name="Group 184">
                  <a:extLst>
                    <a:ext uri="{FF2B5EF4-FFF2-40B4-BE49-F238E27FC236}">
                      <a16:creationId xmlns:a16="http://schemas.microsoft.com/office/drawing/2014/main" id="{DDE9D8A7-C8A3-E95A-0A3A-2E7C6B498BC8}"/>
                    </a:ext>
                  </a:extLst>
                </p:cNvPr>
                <p:cNvGrpSpPr/>
                <p:nvPr userDrawn="1"/>
              </p:nvGrpSpPr>
              <p:grpSpPr>
                <a:xfrm>
                  <a:off x="5133887" y="4748324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214" name="Oval 213">
                    <a:extLst>
                      <a:ext uri="{FF2B5EF4-FFF2-40B4-BE49-F238E27FC236}">
                        <a16:creationId xmlns:a16="http://schemas.microsoft.com/office/drawing/2014/main" id="{121AA937-75FB-D321-B9AB-DCC2CE3E04C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15" name="Oval 214">
                    <a:extLst>
                      <a:ext uri="{FF2B5EF4-FFF2-40B4-BE49-F238E27FC236}">
                        <a16:creationId xmlns:a16="http://schemas.microsoft.com/office/drawing/2014/main" id="{2C7CD517-CA61-0C9B-A7FC-505108B32AB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16" name="Oval 215">
                    <a:extLst>
                      <a:ext uri="{FF2B5EF4-FFF2-40B4-BE49-F238E27FC236}">
                        <a16:creationId xmlns:a16="http://schemas.microsoft.com/office/drawing/2014/main" id="{6346264B-EF92-A798-D1B2-F9F6DDB0303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17" name="Oval 216">
                    <a:extLst>
                      <a:ext uri="{FF2B5EF4-FFF2-40B4-BE49-F238E27FC236}">
                        <a16:creationId xmlns:a16="http://schemas.microsoft.com/office/drawing/2014/main" id="{83F938FA-14F7-C34C-9044-52169AD2E30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18" name="Oval 217">
                    <a:extLst>
                      <a:ext uri="{FF2B5EF4-FFF2-40B4-BE49-F238E27FC236}">
                        <a16:creationId xmlns:a16="http://schemas.microsoft.com/office/drawing/2014/main" id="{AAC22F8B-00EA-FCB6-74C8-A63FC4CC585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19" name="Oval 218">
                    <a:extLst>
                      <a:ext uri="{FF2B5EF4-FFF2-40B4-BE49-F238E27FC236}">
                        <a16:creationId xmlns:a16="http://schemas.microsoft.com/office/drawing/2014/main" id="{877884B5-E3FB-40D1-9AF3-EB838B2C21E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86" name="Group 185">
                  <a:extLst>
                    <a:ext uri="{FF2B5EF4-FFF2-40B4-BE49-F238E27FC236}">
                      <a16:creationId xmlns:a16="http://schemas.microsoft.com/office/drawing/2014/main" id="{01DCF48D-A3A8-CD66-C01E-82BD9101AFD6}"/>
                    </a:ext>
                  </a:extLst>
                </p:cNvPr>
                <p:cNvGrpSpPr/>
                <p:nvPr userDrawn="1"/>
              </p:nvGrpSpPr>
              <p:grpSpPr>
                <a:xfrm>
                  <a:off x="5134607" y="4745339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208" name="Oval 207">
                    <a:extLst>
                      <a:ext uri="{FF2B5EF4-FFF2-40B4-BE49-F238E27FC236}">
                        <a16:creationId xmlns:a16="http://schemas.microsoft.com/office/drawing/2014/main" id="{35118183-0266-A3EA-D7A4-94A1338A6D3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09" name="Oval 208">
                    <a:extLst>
                      <a:ext uri="{FF2B5EF4-FFF2-40B4-BE49-F238E27FC236}">
                        <a16:creationId xmlns:a16="http://schemas.microsoft.com/office/drawing/2014/main" id="{7578D6A8-8271-5491-D669-DD27ECB5835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10" name="Oval 209">
                    <a:extLst>
                      <a:ext uri="{FF2B5EF4-FFF2-40B4-BE49-F238E27FC236}">
                        <a16:creationId xmlns:a16="http://schemas.microsoft.com/office/drawing/2014/main" id="{53A65110-C170-457C-96FE-7129A8E09E0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11" name="Oval 210">
                    <a:extLst>
                      <a:ext uri="{FF2B5EF4-FFF2-40B4-BE49-F238E27FC236}">
                        <a16:creationId xmlns:a16="http://schemas.microsoft.com/office/drawing/2014/main" id="{189BC37E-4136-8A50-156F-1E26ABB4277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12" name="Oval 211">
                    <a:extLst>
                      <a:ext uri="{FF2B5EF4-FFF2-40B4-BE49-F238E27FC236}">
                        <a16:creationId xmlns:a16="http://schemas.microsoft.com/office/drawing/2014/main" id="{A33D4859-4851-CA4B-9065-D4A0B1D67F1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13" name="Oval 212">
                    <a:extLst>
                      <a:ext uri="{FF2B5EF4-FFF2-40B4-BE49-F238E27FC236}">
                        <a16:creationId xmlns:a16="http://schemas.microsoft.com/office/drawing/2014/main" id="{9DF85B39-ADE4-6A12-3393-EB07D3A1E69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BF7DE0FD-A40F-F302-CE6D-0642EB5D6FBC}"/>
                    </a:ext>
                  </a:extLst>
                </p:cNvPr>
                <p:cNvGrpSpPr/>
                <p:nvPr userDrawn="1"/>
              </p:nvGrpSpPr>
              <p:grpSpPr>
                <a:xfrm>
                  <a:off x="5879744" y="4745338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202" name="Oval 201">
                    <a:extLst>
                      <a:ext uri="{FF2B5EF4-FFF2-40B4-BE49-F238E27FC236}">
                        <a16:creationId xmlns:a16="http://schemas.microsoft.com/office/drawing/2014/main" id="{DCC0DC3C-056E-5AAF-140D-47649C9575A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03" name="Oval 202">
                    <a:extLst>
                      <a:ext uri="{FF2B5EF4-FFF2-40B4-BE49-F238E27FC236}">
                        <a16:creationId xmlns:a16="http://schemas.microsoft.com/office/drawing/2014/main" id="{E388BD25-242E-15AA-DD1E-DA36D11B901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04" name="Oval 203">
                    <a:extLst>
                      <a:ext uri="{FF2B5EF4-FFF2-40B4-BE49-F238E27FC236}">
                        <a16:creationId xmlns:a16="http://schemas.microsoft.com/office/drawing/2014/main" id="{8357EE81-40AD-6455-C734-DFC9079AB84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05" name="Oval 204">
                    <a:extLst>
                      <a:ext uri="{FF2B5EF4-FFF2-40B4-BE49-F238E27FC236}">
                        <a16:creationId xmlns:a16="http://schemas.microsoft.com/office/drawing/2014/main" id="{412DE82D-0F38-88C0-93F8-311F3C6818A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06" name="Oval 205">
                    <a:extLst>
                      <a:ext uri="{FF2B5EF4-FFF2-40B4-BE49-F238E27FC236}">
                        <a16:creationId xmlns:a16="http://schemas.microsoft.com/office/drawing/2014/main" id="{1E221B54-11A9-7DDC-DD26-6E3379139F3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07" name="Oval 206">
                    <a:extLst>
                      <a:ext uri="{FF2B5EF4-FFF2-40B4-BE49-F238E27FC236}">
                        <a16:creationId xmlns:a16="http://schemas.microsoft.com/office/drawing/2014/main" id="{5542EDD8-94E8-AF0B-349E-36B3C526C71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512BA542-83ED-BEB3-E144-B9BD8FCCF468}"/>
                    </a:ext>
                  </a:extLst>
                </p:cNvPr>
                <p:cNvGrpSpPr/>
                <p:nvPr userDrawn="1"/>
              </p:nvGrpSpPr>
              <p:grpSpPr>
                <a:xfrm>
                  <a:off x="6624881" y="4745337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96" name="Oval 195">
                    <a:extLst>
                      <a:ext uri="{FF2B5EF4-FFF2-40B4-BE49-F238E27FC236}">
                        <a16:creationId xmlns:a16="http://schemas.microsoft.com/office/drawing/2014/main" id="{7289C38E-2B1D-9E6B-D7FA-748138F9521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97" name="Oval 196">
                    <a:extLst>
                      <a:ext uri="{FF2B5EF4-FFF2-40B4-BE49-F238E27FC236}">
                        <a16:creationId xmlns:a16="http://schemas.microsoft.com/office/drawing/2014/main" id="{D3CAE1D6-007B-DFE1-1FE7-F3921A661F5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98" name="Oval 197">
                    <a:extLst>
                      <a:ext uri="{FF2B5EF4-FFF2-40B4-BE49-F238E27FC236}">
                        <a16:creationId xmlns:a16="http://schemas.microsoft.com/office/drawing/2014/main" id="{E1DD291C-7528-B852-71AF-603CF4A165F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99" name="Oval 198">
                    <a:extLst>
                      <a:ext uri="{FF2B5EF4-FFF2-40B4-BE49-F238E27FC236}">
                        <a16:creationId xmlns:a16="http://schemas.microsoft.com/office/drawing/2014/main" id="{0B00F2CF-51C1-162B-E733-2C1CD7C0AAA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00" name="Oval 199">
                    <a:extLst>
                      <a:ext uri="{FF2B5EF4-FFF2-40B4-BE49-F238E27FC236}">
                        <a16:creationId xmlns:a16="http://schemas.microsoft.com/office/drawing/2014/main" id="{4C4B8856-AA98-9CFA-C2B4-608B8544F31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01" name="Oval 200">
                    <a:extLst>
                      <a:ext uri="{FF2B5EF4-FFF2-40B4-BE49-F238E27FC236}">
                        <a16:creationId xmlns:a16="http://schemas.microsoft.com/office/drawing/2014/main" id="{F71DB025-55C0-3F82-56BF-96820FCCF08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89" name="Group 188">
                  <a:extLst>
                    <a:ext uri="{FF2B5EF4-FFF2-40B4-BE49-F238E27FC236}">
                      <a16:creationId xmlns:a16="http://schemas.microsoft.com/office/drawing/2014/main" id="{2F56485C-AAA7-545D-6D19-1F598D8E5AC7}"/>
                    </a:ext>
                  </a:extLst>
                </p:cNvPr>
                <p:cNvGrpSpPr/>
                <p:nvPr userDrawn="1"/>
              </p:nvGrpSpPr>
              <p:grpSpPr>
                <a:xfrm>
                  <a:off x="7345737" y="4745336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90" name="Oval 189">
                    <a:extLst>
                      <a:ext uri="{FF2B5EF4-FFF2-40B4-BE49-F238E27FC236}">
                        <a16:creationId xmlns:a16="http://schemas.microsoft.com/office/drawing/2014/main" id="{885ED83B-8061-C999-B4DB-AF6F728D3EB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91" name="Oval 190">
                    <a:extLst>
                      <a:ext uri="{FF2B5EF4-FFF2-40B4-BE49-F238E27FC236}">
                        <a16:creationId xmlns:a16="http://schemas.microsoft.com/office/drawing/2014/main" id="{0CFDE36F-C44F-AA9A-5889-A3CAC8FBBE7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92" name="Oval 191">
                    <a:extLst>
                      <a:ext uri="{FF2B5EF4-FFF2-40B4-BE49-F238E27FC236}">
                        <a16:creationId xmlns:a16="http://schemas.microsoft.com/office/drawing/2014/main" id="{3FFB9A8F-6CF9-B471-8164-4AD12520CE0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93" name="Oval 192">
                    <a:extLst>
                      <a:ext uri="{FF2B5EF4-FFF2-40B4-BE49-F238E27FC236}">
                        <a16:creationId xmlns:a16="http://schemas.microsoft.com/office/drawing/2014/main" id="{F80F8BFF-1F18-FD09-8804-D69B5362513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94" name="Oval 193">
                    <a:extLst>
                      <a:ext uri="{FF2B5EF4-FFF2-40B4-BE49-F238E27FC236}">
                        <a16:creationId xmlns:a16="http://schemas.microsoft.com/office/drawing/2014/main" id="{D6225FCF-E37F-93F2-21A6-E470B0A867E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95" name="Oval 194">
                    <a:extLst>
                      <a:ext uri="{FF2B5EF4-FFF2-40B4-BE49-F238E27FC236}">
                        <a16:creationId xmlns:a16="http://schemas.microsoft.com/office/drawing/2014/main" id="{901132E7-D765-4878-05E7-7DDF25580BA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CB7FB20A-1B7B-323B-1C8A-229E62FDD6F9}"/>
                  </a:ext>
                </a:extLst>
              </p:cNvPr>
              <p:cNvSpPr/>
              <p:nvPr/>
            </p:nvSpPr>
            <p:spPr>
              <a:xfrm rot="16200000">
                <a:off x="3454592" y="507437"/>
                <a:ext cx="86010" cy="860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latin typeface="Kalinga" panose="020B0502040204020203" pitchFamily="34" charset="0"/>
                </a:endParaRPr>
              </a:p>
            </p:txBody>
          </p:sp>
        </p:grp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E39A9FD5-DCCE-0F5D-81DE-1D8766B88B92}"/>
                </a:ext>
              </a:extLst>
            </p:cNvPr>
            <p:cNvSpPr/>
            <p:nvPr/>
          </p:nvSpPr>
          <p:spPr>
            <a:xfrm rot="16200000">
              <a:off x="9615959" y="747319"/>
              <a:ext cx="86010" cy="8601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66EF8699-11C3-4171-433F-FAE15BA6625D}"/>
                </a:ext>
              </a:extLst>
            </p:cNvPr>
            <p:cNvSpPr/>
            <p:nvPr/>
          </p:nvSpPr>
          <p:spPr>
            <a:xfrm rot="16200000">
              <a:off x="8159785" y="738907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669AD56-91F6-5EA3-1585-1C2B4EAD28EA}"/>
              </a:ext>
            </a:extLst>
          </p:cNvPr>
          <p:cNvGrpSpPr/>
          <p:nvPr/>
        </p:nvGrpSpPr>
        <p:grpSpPr>
          <a:xfrm>
            <a:off x="3072397" y="4252250"/>
            <a:ext cx="3038545" cy="94422"/>
            <a:chOff x="8159784" y="738908"/>
            <a:chExt cx="3038545" cy="94422"/>
          </a:xfrm>
          <a:solidFill>
            <a:schemeClr val="accent6"/>
          </a:solidFill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834A556D-EA86-8E25-A6DC-646AC3B3B317}"/>
                </a:ext>
              </a:extLst>
            </p:cNvPr>
            <p:cNvGrpSpPr/>
            <p:nvPr/>
          </p:nvGrpSpPr>
          <p:grpSpPr>
            <a:xfrm>
              <a:off x="8299346" y="738908"/>
              <a:ext cx="2898983" cy="91457"/>
              <a:chOff x="641620" y="507438"/>
              <a:chExt cx="2898983" cy="91457"/>
            </a:xfrm>
            <a:grpFill/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557E2FBB-2F48-8504-7838-C1D01206369B}"/>
                  </a:ext>
                </a:extLst>
              </p:cNvPr>
              <p:cNvGrpSpPr/>
              <p:nvPr/>
            </p:nvGrpSpPr>
            <p:grpSpPr>
              <a:xfrm>
                <a:off x="641620" y="512880"/>
                <a:ext cx="2717898" cy="86015"/>
                <a:chOff x="5133887" y="4714490"/>
                <a:chExt cx="2717898" cy="86015"/>
              </a:xfrm>
              <a:grpFill/>
            </p:grpSpPr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AC39010E-FBC3-A449-AAAD-8D5F7C3E9DD7}"/>
                    </a:ext>
                  </a:extLst>
                </p:cNvPr>
                <p:cNvGrpSpPr/>
                <p:nvPr userDrawn="1"/>
              </p:nvGrpSpPr>
              <p:grpSpPr>
                <a:xfrm rot="16200000">
                  <a:off x="6462328" y="3969356"/>
                  <a:ext cx="86015" cy="1576283"/>
                  <a:chOff x="3213109" y="4913556"/>
                  <a:chExt cx="142357" cy="2608756"/>
                </a:xfrm>
                <a:grpFill/>
              </p:grpSpPr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4E6E33F8-F0FB-DF0B-072D-1812037AB2F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09" y="4913556"/>
                    <a:ext cx="142349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75" name="Oval 174">
                    <a:extLst>
                      <a:ext uri="{FF2B5EF4-FFF2-40B4-BE49-F238E27FC236}">
                        <a16:creationId xmlns:a16="http://schemas.microsoft.com/office/drawing/2014/main" id="{210BB2E7-9BE3-D5BF-6CB8-ACD98E275B4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18" y="7379962"/>
                    <a:ext cx="142348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EF573498-5F08-1EE8-AC67-6B926DD418AB}"/>
                    </a:ext>
                  </a:extLst>
                </p:cNvPr>
                <p:cNvGrpSpPr/>
                <p:nvPr userDrawn="1"/>
              </p:nvGrpSpPr>
              <p:grpSpPr>
                <a:xfrm>
                  <a:off x="5133887" y="4748324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68" name="Oval 167">
                    <a:extLst>
                      <a:ext uri="{FF2B5EF4-FFF2-40B4-BE49-F238E27FC236}">
                        <a16:creationId xmlns:a16="http://schemas.microsoft.com/office/drawing/2014/main" id="{0BFC6C5C-3778-02DF-4019-2FE1BF23C8F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69" name="Oval 168">
                    <a:extLst>
                      <a:ext uri="{FF2B5EF4-FFF2-40B4-BE49-F238E27FC236}">
                        <a16:creationId xmlns:a16="http://schemas.microsoft.com/office/drawing/2014/main" id="{D7C5F23D-08E4-7370-DF97-82F9477EB7C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70" name="Oval 169">
                    <a:extLst>
                      <a:ext uri="{FF2B5EF4-FFF2-40B4-BE49-F238E27FC236}">
                        <a16:creationId xmlns:a16="http://schemas.microsoft.com/office/drawing/2014/main" id="{2222844E-BA38-507B-207F-18E97C376ED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71" name="Oval 170">
                    <a:extLst>
                      <a:ext uri="{FF2B5EF4-FFF2-40B4-BE49-F238E27FC236}">
                        <a16:creationId xmlns:a16="http://schemas.microsoft.com/office/drawing/2014/main" id="{B95320A3-9D9F-2EB6-297C-1C3673A91C0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72" name="Oval 171">
                    <a:extLst>
                      <a:ext uri="{FF2B5EF4-FFF2-40B4-BE49-F238E27FC236}">
                        <a16:creationId xmlns:a16="http://schemas.microsoft.com/office/drawing/2014/main" id="{C0AC0ABD-561C-E5D7-7CEA-5D6C2FC8916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73" name="Oval 172">
                    <a:extLst>
                      <a:ext uri="{FF2B5EF4-FFF2-40B4-BE49-F238E27FC236}">
                        <a16:creationId xmlns:a16="http://schemas.microsoft.com/office/drawing/2014/main" id="{4B8C2A3C-F134-86FF-4119-6FABDDE42E3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40" name="Group 139">
                  <a:extLst>
                    <a:ext uri="{FF2B5EF4-FFF2-40B4-BE49-F238E27FC236}">
                      <a16:creationId xmlns:a16="http://schemas.microsoft.com/office/drawing/2014/main" id="{56B0FAD1-2947-E30A-193E-0015EBA767E0}"/>
                    </a:ext>
                  </a:extLst>
                </p:cNvPr>
                <p:cNvGrpSpPr/>
                <p:nvPr userDrawn="1"/>
              </p:nvGrpSpPr>
              <p:grpSpPr>
                <a:xfrm>
                  <a:off x="5134607" y="4745339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C0701405-E4FE-7E67-C278-6777A54108A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63" name="Oval 162">
                    <a:extLst>
                      <a:ext uri="{FF2B5EF4-FFF2-40B4-BE49-F238E27FC236}">
                        <a16:creationId xmlns:a16="http://schemas.microsoft.com/office/drawing/2014/main" id="{A2C9CBD7-460A-7553-556F-160E4FC2EC1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64" name="Oval 163">
                    <a:extLst>
                      <a:ext uri="{FF2B5EF4-FFF2-40B4-BE49-F238E27FC236}">
                        <a16:creationId xmlns:a16="http://schemas.microsoft.com/office/drawing/2014/main" id="{E8E6F7BD-FAFB-5C9D-12CE-508666FE366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65" name="Oval 164">
                    <a:extLst>
                      <a:ext uri="{FF2B5EF4-FFF2-40B4-BE49-F238E27FC236}">
                        <a16:creationId xmlns:a16="http://schemas.microsoft.com/office/drawing/2014/main" id="{14009B8D-9859-F506-C3F1-6D1780044B8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66" name="Oval 165">
                    <a:extLst>
                      <a:ext uri="{FF2B5EF4-FFF2-40B4-BE49-F238E27FC236}">
                        <a16:creationId xmlns:a16="http://schemas.microsoft.com/office/drawing/2014/main" id="{FC1DF620-F6D4-B542-95C0-CA5A695CA78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67" name="Oval 166">
                    <a:extLst>
                      <a:ext uri="{FF2B5EF4-FFF2-40B4-BE49-F238E27FC236}">
                        <a16:creationId xmlns:a16="http://schemas.microsoft.com/office/drawing/2014/main" id="{D10CF983-7760-96D9-D401-0AE081CE2E4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2CDA2136-1E52-FE1A-C915-2A0F9F8B888F}"/>
                    </a:ext>
                  </a:extLst>
                </p:cNvPr>
                <p:cNvGrpSpPr/>
                <p:nvPr userDrawn="1"/>
              </p:nvGrpSpPr>
              <p:grpSpPr>
                <a:xfrm>
                  <a:off x="5879744" y="4745338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56" name="Oval 155">
                    <a:extLst>
                      <a:ext uri="{FF2B5EF4-FFF2-40B4-BE49-F238E27FC236}">
                        <a16:creationId xmlns:a16="http://schemas.microsoft.com/office/drawing/2014/main" id="{820363CB-C7DA-EDD6-859E-0255680672E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7" name="Oval 156">
                    <a:extLst>
                      <a:ext uri="{FF2B5EF4-FFF2-40B4-BE49-F238E27FC236}">
                        <a16:creationId xmlns:a16="http://schemas.microsoft.com/office/drawing/2014/main" id="{71FEDE0F-220E-6FAE-DDFF-56FA5BAA078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8" name="Oval 157">
                    <a:extLst>
                      <a:ext uri="{FF2B5EF4-FFF2-40B4-BE49-F238E27FC236}">
                        <a16:creationId xmlns:a16="http://schemas.microsoft.com/office/drawing/2014/main" id="{D4040E35-B7BD-1D39-5FF8-908CD318822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70F729EA-9107-253B-3C43-75AE0122441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60" name="Oval 159">
                    <a:extLst>
                      <a:ext uri="{FF2B5EF4-FFF2-40B4-BE49-F238E27FC236}">
                        <a16:creationId xmlns:a16="http://schemas.microsoft.com/office/drawing/2014/main" id="{0307228D-D7F0-E132-98B7-BEDC9436F98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61" name="Oval 160">
                    <a:extLst>
                      <a:ext uri="{FF2B5EF4-FFF2-40B4-BE49-F238E27FC236}">
                        <a16:creationId xmlns:a16="http://schemas.microsoft.com/office/drawing/2014/main" id="{A419D06F-2326-6B14-ADDA-D85DE5F6F4C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6AB5B728-FC25-86FD-ACA0-4B1CD4591728}"/>
                    </a:ext>
                  </a:extLst>
                </p:cNvPr>
                <p:cNvGrpSpPr/>
                <p:nvPr userDrawn="1"/>
              </p:nvGrpSpPr>
              <p:grpSpPr>
                <a:xfrm>
                  <a:off x="6624881" y="4745337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50" name="Oval 149">
                    <a:extLst>
                      <a:ext uri="{FF2B5EF4-FFF2-40B4-BE49-F238E27FC236}">
                        <a16:creationId xmlns:a16="http://schemas.microsoft.com/office/drawing/2014/main" id="{9676F66F-A2AE-B7EF-C718-3237073A869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1" name="Oval 150">
                    <a:extLst>
                      <a:ext uri="{FF2B5EF4-FFF2-40B4-BE49-F238E27FC236}">
                        <a16:creationId xmlns:a16="http://schemas.microsoft.com/office/drawing/2014/main" id="{83E9D936-1E2C-6196-389A-F7307FE02BA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2" name="Oval 151">
                    <a:extLst>
                      <a:ext uri="{FF2B5EF4-FFF2-40B4-BE49-F238E27FC236}">
                        <a16:creationId xmlns:a16="http://schemas.microsoft.com/office/drawing/2014/main" id="{0425D6C9-5C32-869A-CA60-24AB17663C9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3" name="Oval 152">
                    <a:extLst>
                      <a:ext uri="{FF2B5EF4-FFF2-40B4-BE49-F238E27FC236}">
                        <a16:creationId xmlns:a16="http://schemas.microsoft.com/office/drawing/2014/main" id="{B5B363A5-E324-C9ED-92C0-368D773C3C1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4" name="Oval 153">
                    <a:extLst>
                      <a:ext uri="{FF2B5EF4-FFF2-40B4-BE49-F238E27FC236}">
                        <a16:creationId xmlns:a16="http://schemas.microsoft.com/office/drawing/2014/main" id="{7D9F74F0-D0A9-914D-4924-90044E71D3D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5" name="Oval 154">
                    <a:extLst>
                      <a:ext uri="{FF2B5EF4-FFF2-40B4-BE49-F238E27FC236}">
                        <a16:creationId xmlns:a16="http://schemas.microsoft.com/office/drawing/2014/main" id="{447A34C0-F318-B450-23C5-08B7231764C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C1C2AD80-9B7C-C2DA-D9DF-A127C3DA7DC2}"/>
                    </a:ext>
                  </a:extLst>
                </p:cNvPr>
                <p:cNvGrpSpPr/>
                <p:nvPr userDrawn="1"/>
              </p:nvGrpSpPr>
              <p:grpSpPr>
                <a:xfrm>
                  <a:off x="7345737" y="4745336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44" name="Oval 143">
                    <a:extLst>
                      <a:ext uri="{FF2B5EF4-FFF2-40B4-BE49-F238E27FC236}">
                        <a16:creationId xmlns:a16="http://schemas.microsoft.com/office/drawing/2014/main" id="{7F9027AB-2D46-1DD4-9776-6CC70188AA8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5" name="Oval 144">
                    <a:extLst>
                      <a:ext uri="{FF2B5EF4-FFF2-40B4-BE49-F238E27FC236}">
                        <a16:creationId xmlns:a16="http://schemas.microsoft.com/office/drawing/2014/main" id="{8C79743B-1F2D-C49A-9368-86EB4D4B807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6" name="Oval 145">
                    <a:extLst>
                      <a:ext uri="{FF2B5EF4-FFF2-40B4-BE49-F238E27FC236}">
                        <a16:creationId xmlns:a16="http://schemas.microsoft.com/office/drawing/2014/main" id="{3DC49C14-D7D8-59C3-F9D4-B07FAB86228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7" name="Oval 146">
                    <a:extLst>
                      <a:ext uri="{FF2B5EF4-FFF2-40B4-BE49-F238E27FC236}">
                        <a16:creationId xmlns:a16="http://schemas.microsoft.com/office/drawing/2014/main" id="{520C6AC9-8C45-BEEA-23F5-B977FD13B44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8" name="Oval 147">
                    <a:extLst>
                      <a:ext uri="{FF2B5EF4-FFF2-40B4-BE49-F238E27FC236}">
                        <a16:creationId xmlns:a16="http://schemas.microsoft.com/office/drawing/2014/main" id="{B5B77E6A-0DA7-D30C-7652-A4336C565CC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9" name="Oval 148">
                    <a:extLst>
                      <a:ext uri="{FF2B5EF4-FFF2-40B4-BE49-F238E27FC236}">
                        <a16:creationId xmlns:a16="http://schemas.microsoft.com/office/drawing/2014/main" id="{1F3BB58D-8EC9-B7F7-2C28-96F78330C44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877FC527-46B3-9302-B9D4-403551A9502A}"/>
                  </a:ext>
                </a:extLst>
              </p:cNvPr>
              <p:cNvSpPr/>
              <p:nvPr/>
            </p:nvSpPr>
            <p:spPr>
              <a:xfrm rot="16200000">
                <a:off x="3454592" y="507437"/>
                <a:ext cx="86010" cy="860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latin typeface="Kalinga" panose="020B0502040204020203" pitchFamily="34" charset="0"/>
                </a:endParaRPr>
              </a:p>
            </p:txBody>
          </p:sp>
        </p:grp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DB0005FC-FA1F-54AF-9A58-880351021DAD}"/>
                </a:ext>
              </a:extLst>
            </p:cNvPr>
            <p:cNvSpPr/>
            <p:nvPr/>
          </p:nvSpPr>
          <p:spPr>
            <a:xfrm rot="16200000">
              <a:off x="9615959" y="747319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solidFill>
                  <a:srgbClr val="6FB2A6"/>
                </a:solidFill>
                <a:latin typeface="Kalinga" panose="020B0502040204020203" pitchFamily="34" charset="0"/>
              </a:endParaRP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1FB73050-A7DA-05B3-6032-E558E339F1E3}"/>
                </a:ext>
              </a:extLst>
            </p:cNvPr>
            <p:cNvSpPr/>
            <p:nvPr/>
          </p:nvSpPr>
          <p:spPr>
            <a:xfrm rot="16200000">
              <a:off x="8159785" y="738907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AD41ABED-B52B-54A4-3F0E-AD6A0DC893EA}"/>
              </a:ext>
            </a:extLst>
          </p:cNvPr>
          <p:cNvGrpSpPr/>
          <p:nvPr/>
        </p:nvGrpSpPr>
        <p:grpSpPr>
          <a:xfrm>
            <a:off x="6029167" y="3446636"/>
            <a:ext cx="3038545" cy="94422"/>
            <a:chOff x="8159784" y="738908"/>
            <a:chExt cx="3038545" cy="94422"/>
          </a:xfrm>
          <a:solidFill>
            <a:schemeClr val="accent6"/>
          </a:solidFill>
        </p:grpSpPr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40043FA3-7F7E-4BDC-AF08-329F831A155A}"/>
                </a:ext>
              </a:extLst>
            </p:cNvPr>
            <p:cNvGrpSpPr/>
            <p:nvPr/>
          </p:nvGrpSpPr>
          <p:grpSpPr>
            <a:xfrm>
              <a:off x="8299346" y="738908"/>
              <a:ext cx="2898983" cy="91457"/>
              <a:chOff x="641620" y="507438"/>
              <a:chExt cx="2898983" cy="91457"/>
            </a:xfrm>
            <a:grpFill/>
          </p:grpSpPr>
          <p:grpSp>
            <p:nvGrpSpPr>
              <p:cNvPr id="282" name="Group 281">
                <a:extLst>
                  <a:ext uri="{FF2B5EF4-FFF2-40B4-BE49-F238E27FC236}">
                    <a16:creationId xmlns:a16="http://schemas.microsoft.com/office/drawing/2014/main" id="{1DD71EE9-79F7-9A90-9D05-59096E399881}"/>
                  </a:ext>
                </a:extLst>
              </p:cNvPr>
              <p:cNvGrpSpPr/>
              <p:nvPr/>
            </p:nvGrpSpPr>
            <p:grpSpPr>
              <a:xfrm>
                <a:off x="641620" y="512880"/>
                <a:ext cx="2717898" cy="86015"/>
                <a:chOff x="5133887" y="4714490"/>
                <a:chExt cx="2717898" cy="86015"/>
              </a:xfrm>
              <a:grpFill/>
            </p:grpSpPr>
            <p:grpSp>
              <p:nvGrpSpPr>
                <p:cNvPr id="284" name="Group 283">
                  <a:extLst>
                    <a:ext uri="{FF2B5EF4-FFF2-40B4-BE49-F238E27FC236}">
                      <a16:creationId xmlns:a16="http://schemas.microsoft.com/office/drawing/2014/main" id="{E0E76012-3016-B112-752C-B885FF213387}"/>
                    </a:ext>
                  </a:extLst>
                </p:cNvPr>
                <p:cNvGrpSpPr/>
                <p:nvPr userDrawn="1"/>
              </p:nvGrpSpPr>
              <p:grpSpPr>
                <a:xfrm rot="16200000">
                  <a:off x="6462328" y="3969356"/>
                  <a:ext cx="86015" cy="1576283"/>
                  <a:chOff x="3213109" y="4913556"/>
                  <a:chExt cx="142357" cy="2608756"/>
                </a:xfrm>
                <a:grpFill/>
              </p:grpSpPr>
              <p:sp>
                <p:nvSpPr>
                  <p:cNvPr id="320" name="Oval 319">
                    <a:extLst>
                      <a:ext uri="{FF2B5EF4-FFF2-40B4-BE49-F238E27FC236}">
                        <a16:creationId xmlns:a16="http://schemas.microsoft.com/office/drawing/2014/main" id="{3A1FA834-E49B-27AA-F071-49CC4AF3E75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09" y="4913556"/>
                    <a:ext cx="142349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21" name="Oval 320">
                    <a:extLst>
                      <a:ext uri="{FF2B5EF4-FFF2-40B4-BE49-F238E27FC236}">
                        <a16:creationId xmlns:a16="http://schemas.microsoft.com/office/drawing/2014/main" id="{4CC9B7D4-BE28-EDAD-0045-BE1908721D1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18" y="7379962"/>
                    <a:ext cx="142348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285" name="Group 284">
                  <a:extLst>
                    <a:ext uri="{FF2B5EF4-FFF2-40B4-BE49-F238E27FC236}">
                      <a16:creationId xmlns:a16="http://schemas.microsoft.com/office/drawing/2014/main" id="{399DAB76-FFE6-8B89-0287-5547B70B28F2}"/>
                    </a:ext>
                  </a:extLst>
                </p:cNvPr>
                <p:cNvGrpSpPr/>
                <p:nvPr userDrawn="1"/>
              </p:nvGrpSpPr>
              <p:grpSpPr>
                <a:xfrm>
                  <a:off x="5133887" y="4748324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314" name="Oval 313">
                    <a:extLst>
                      <a:ext uri="{FF2B5EF4-FFF2-40B4-BE49-F238E27FC236}">
                        <a16:creationId xmlns:a16="http://schemas.microsoft.com/office/drawing/2014/main" id="{C0587D1F-DAB7-18F7-E889-537A1374BCE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15" name="Oval 314">
                    <a:extLst>
                      <a:ext uri="{FF2B5EF4-FFF2-40B4-BE49-F238E27FC236}">
                        <a16:creationId xmlns:a16="http://schemas.microsoft.com/office/drawing/2014/main" id="{7FBAFE29-3865-6EED-5B0C-488FC137749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16" name="Oval 315">
                    <a:extLst>
                      <a:ext uri="{FF2B5EF4-FFF2-40B4-BE49-F238E27FC236}">
                        <a16:creationId xmlns:a16="http://schemas.microsoft.com/office/drawing/2014/main" id="{7046858E-16FD-07D3-CEB8-D1D11B5FF5F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17" name="Oval 316">
                    <a:extLst>
                      <a:ext uri="{FF2B5EF4-FFF2-40B4-BE49-F238E27FC236}">
                        <a16:creationId xmlns:a16="http://schemas.microsoft.com/office/drawing/2014/main" id="{4042FF30-1FB9-2CC5-4F43-883D4CA605A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18" name="Oval 317">
                    <a:extLst>
                      <a:ext uri="{FF2B5EF4-FFF2-40B4-BE49-F238E27FC236}">
                        <a16:creationId xmlns:a16="http://schemas.microsoft.com/office/drawing/2014/main" id="{212D31BA-AAD7-5B38-7174-40472A95DF9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19" name="Oval 318">
                    <a:extLst>
                      <a:ext uri="{FF2B5EF4-FFF2-40B4-BE49-F238E27FC236}">
                        <a16:creationId xmlns:a16="http://schemas.microsoft.com/office/drawing/2014/main" id="{7111FAEB-D0C3-4048-B60E-AD076E10CAC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286" name="Group 285">
                  <a:extLst>
                    <a:ext uri="{FF2B5EF4-FFF2-40B4-BE49-F238E27FC236}">
                      <a16:creationId xmlns:a16="http://schemas.microsoft.com/office/drawing/2014/main" id="{85958EFF-6370-8DA8-C6C1-C8F3CDCFC44D}"/>
                    </a:ext>
                  </a:extLst>
                </p:cNvPr>
                <p:cNvGrpSpPr/>
                <p:nvPr userDrawn="1"/>
              </p:nvGrpSpPr>
              <p:grpSpPr>
                <a:xfrm>
                  <a:off x="5134607" y="4745339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308" name="Oval 307">
                    <a:extLst>
                      <a:ext uri="{FF2B5EF4-FFF2-40B4-BE49-F238E27FC236}">
                        <a16:creationId xmlns:a16="http://schemas.microsoft.com/office/drawing/2014/main" id="{473D65F7-9449-2A42-B436-2A13F829659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09" name="Oval 308">
                    <a:extLst>
                      <a:ext uri="{FF2B5EF4-FFF2-40B4-BE49-F238E27FC236}">
                        <a16:creationId xmlns:a16="http://schemas.microsoft.com/office/drawing/2014/main" id="{EE2B524A-C8A1-FCD6-5C02-E5518ACAB8B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10" name="Oval 309">
                    <a:extLst>
                      <a:ext uri="{FF2B5EF4-FFF2-40B4-BE49-F238E27FC236}">
                        <a16:creationId xmlns:a16="http://schemas.microsoft.com/office/drawing/2014/main" id="{65FD52D8-C3AD-D1BB-C58C-1330A4602D9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11" name="Oval 310">
                    <a:extLst>
                      <a:ext uri="{FF2B5EF4-FFF2-40B4-BE49-F238E27FC236}">
                        <a16:creationId xmlns:a16="http://schemas.microsoft.com/office/drawing/2014/main" id="{394D06AE-9D13-F55B-F022-2F6EE229594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12" name="Oval 311">
                    <a:extLst>
                      <a:ext uri="{FF2B5EF4-FFF2-40B4-BE49-F238E27FC236}">
                        <a16:creationId xmlns:a16="http://schemas.microsoft.com/office/drawing/2014/main" id="{51D0EAC6-C422-11B0-655D-51D1C411660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13" name="Oval 312">
                    <a:extLst>
                      <a:ext uri="{FF2B5EF4-FFF2-40B4-BE49-F238E27FC236}">
                        <a16:creationId xmlns:a16="http://schemas.microsoft.com/office/drawing/2014/main" id="{78DBF89F-7EDF-2D64-5A1C-8A2229EE1E7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287" name="Group 286">
                  <a:extLst>
                    <a:ext uri="{FF2B5EF4-FFF2-40B4-BE49-F238E27FC236}">
                      <a16:creationId xmlns:a16="http://schemas.microsoft.com/office/drawing/2014/main" id="{986C97E2-B772-FD92-FFC8-AF59682386BB}"/>
                    </a:ext>
                  </a:extLst>
                </p:cNvPr>
                <p:cNvGrpSpPr/>
                <p:nvPr userDrawn="1"/>
              </p:nvGrpSpPr>
              <p:grpSpPr>
                <a:xfrm>
                  <a:off x="5879744" y="4745338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302" name="Oval 301">
                    <a:extLst>
                      <a:ext uri="{FF2B5EF4-FFF2-40B4-BE49-F238E27FC236}">
                        <a16:creationId xmlns:a16="http://schemas.microsoft.com/office/drawing/2014/main" id="{6E0D6DDD-AFD7-7625-20C9-1E911A4F4D1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03" name="Oval 302">
                    <a:extLst>
                      <a:ext uri="{FF2B5EF4-FFF2-40B4-BE49-F238E27FC236}">
                        <a16:creationId xmlns:a16="http://schemas.microsoft.com/office/drawing/2014/main" id="{3ECB8FAB-4464-C0AB-65FF-5611B0802B1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04" name="Oval 303">
                    <a:extLst>
                      <a:ext uri="{FF2B5EF4-FFF2-40B4-BE49-F238E27FC236}">
                        <a16:creationId xmlns:a16="http://schemas.microsoft.com/office/drawing/2014/main" id="{33671658-A998-D220-DE57-622C3E8EA70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05" name="Oval 304">
                    <a:extLst>
                      <a:ext uri="{FF2B5EF4-FFF2-40B4-BE49-F238E27FC236}">
                        <a16:creationId xmlns:a16="http://schemas.microsoft.com/office/drawing/2014/main" id="{DA86FA33-AAC8-12A7-1286-1E65D6C72A2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06" name="Oval 305">
                    <a:extLst>
                      <a:ext uri="{FF2B5EF4-FFF2-40B4-BE49-F238E27FC236}">
                        <a16:creationId xmlns:a16="http://schemas.microsoft.com/office/drawing/2014/main" id="{17628AB8-CAE3-8C37-5332-3EAF956869F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07" name="Oval 306">
                    <a:extLst>
                      <a:ext uri="{FF2B5EF4-FFF2-40B4-BE49-F238E27FC236}">
                        <a16:creationId xmlns:a16="http://schemas.microsoft.com/office/drawing/2014/main" id="{85EA118A-5FA8-72A9-CA27-38047352BA7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288" name="Group 287">
                  <a:extLst>
                    <a:ext uri="{FF2B5EF4-FFF2-40B4-BE49-F238E27FC236}">
                      <a16:creationId xmlns:a16="http://schemas.microsoft.com/office/drawing/2014/main" id="{5650B4D8-7559-B9F6-912B-33FB544CD7A8}"/>
                    </a:ext>
                  </a:extLst>
                </p:cNvPr>
                <p:cNvGrpSpPr/>
                <p:nvPr userDrawn="1"/>
              </p:nvGrpSpPr>
              <p:grpSpPr>
                <a:xfrm>
                  <a:off x="6624881" y="4745337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296" name="Oval 295">
                    <a:extLst>
                      <a:ext uri="{FF2B5EF4-FFF2-40B4-BE49-F238E27FC236}">
                        <a16:creationId xmlns:a16="http://schemas.microsoft.com/office/drawing/2014/main" id="{F7293939-8DB5-23BD-88F9-73C984B1FB6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97" name="Oval 296">
                    <a:extLst>
                      <a:ext uri="{FF2B5EF4-FFF2-40B4-BE49-F238E27FC236}">
                        <a16:creationId xmlns:a16="http://schemas.microsoft.com/office/drawing/2014/main" id="{CAD08CA3-6040-94E0-C548-AD9F2DDC704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98" name="Oval 297">
                    <a:extLst>
                      <a:ext uri="{FF2B5EF4-FFF2-40B4-BE49-F238E27FC236}">
                        <a16:creationId xmlns:a16="http://schemas.microsoft.com/office/drawing/2014/main" id="{913581B4-E54C-BFD9-FABB-07A857347B6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99" name="Oval 298">
                    <a:extLst>
                      <a:ext uri="{FF2B5EF4-FFF2-40B4-BE49-F238E27FC236}">
                        <a16:creationId xmlns:a16="http://schemas.microsoft.com/office/drawing/2014/main" id="{5F37F67E-202D-1520-9C1A-22E0962BB26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00" name="Oval 299">
                    <a:extLst>
                      <a:ext uri="{FF2B5EF4-FFF2-40B4-BE49-F238E27FC236}">
                        <a16:creationId xmlns:a16="http://schemas.microsoft.com/office/drawing/2014/main" id="{0317B1A4-20AE-7C63-E1A9-DA312BF977D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01" name="Oval 300">
                    <a:extLst>
                      <a:ext uri="{FF2B5EF4-FFF2-40B4-BE49-F238E27FC236}">
                        <a16:creationId xmlns:a16="http://schemas.microsoft.com/office/drawing/2014/main" id="{0E621125-173A-EE1B-E8BB-D40EEBECF67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289" name="Group 288">
                  <a:extLst>
                    <a:ext uri="{FF2B5EF4-FFF2-40B4-BE49-F238E27FC236}">
                      <a16:creationId xmlns:a16="http://schemas.microsoft.com/office/drawing/2014/main" id="{874DD048-D2C7-E703-2447-D8E4846CB78D}"/>
                    </a:ext>
                  </a:extLst>
                </p:cNvPr>
                <p:cNvGrpSpPr/>
                <p:nvPr userDrawn="1"/>
              </p:nvGrpSpPr>
              <p:grpSpPr>
                <a:xfrm>
                  <a:off x="7345737" y="4745336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290" name="Oval 289">
                    <a:extLst>
                      <a:ext uri="{FF2B5EF4-FFF2-40B4-BE49-F238E27FC236}">
                        <a16:creationId xmlns:a16="http://schemas.microsoft.com/office/drawing/2014/main" id="{5B25F053-09F6-CCC5-5840-583D2E82D8B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91" name="Oval 290">
                    <a:extLst>
                      <a:ext uri="{FF2B5EF4-FFF2-40B4-BE49-F238E27FC236}">
                        <a16:creationId xmlns:a16="http://schemas.microsoft.com/office/drawing/2014/main" id="{EBC796FC-76A1-4760-46A9-DBBB8ED8409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92" name="Oval 291">
                    <a:extLst>
                      <a:ext uri="{FF2B5EF4-FFF2-40B4-BE49-F238E27FC236}">
                        <a16:creationId xmlns:a16="http://schemas.microsoft.com/office/drawing/2014/main" id="{5F4F8302-5092-A1AA-12C9-D10BF85B0AA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93" name="Oval 292">
                    <a:extLst>
                      <a:ext uri="{FF2B5EF4-FFF2-40B4-BE49-F238E27FC236}">
                        <a16:creationId xmlns:a16="http://schemas.microsoft.com/office/drawing/2014/main" id="{49F16372-BD23-B5CE-F5AD-AB6E1FD9883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94" name="Oval 293">
                    <a:extLst>
                      <a:ext uri="{FF2B5EF4-FFF2-40B4-BE49-F238E27FC236}">
                        <a16:creationId xmlns:a16="http://schemas.microsoft.com/office/drawing/2014/main" id="{A96195AA-FE55-8D85-1673-9CECB76B63A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95" name="Oval 294">
                    <a:extLst>
                      <a:ext uri="{FF2B5EF4-FFF2-40B4-BE49-F238E27FC236}">
                        <a16:creationId xmlns:a16="http://schemas.microsoft.com/office/drawing/2014/main" id="{9F608406-DE7C-E700-9B39-E341AFAAAA2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283" name="Oval 282">
                <a:extLst>
                  <a:ext uri="{FF2B5EF4-FFF2-40B4-BE49-F238E27FC236}">
                    <a16:creationId xmlns:a16="http://schemas.microsoft.com/office/drawing/2014/main" id="{14BFE548-E250-DD96-B1DF-A56CDEBB7517}"/>
                  </a:ext>
                </a:extLst>
              </p:cNvPr>
              <p:cNvSpPr/>
              <p:nvPr/>
            </p:nvSpPr>
            <p:spPr>
              <a:xfrm rot="16200000">
                <a:off x="3454592" y="507437"/>
                <a:ext cx="86010" cy="860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latin typeface="Kalinga" panose="020B0502040204020203" pitchFamily="34" charset="0"/>
                </a:endParaRPr>
              </a:p>
            </p:txBody>
          </p:sp>
        </p:grp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E3A8C501-3BF2-7026-1173-05D73A8A752B}"/>
                </a:ext>
              </a:extLst>
            </p:cNvPr>
            <p:cNvSpPr/>
            <p:nvPr/>
          </p:nvSpPr>
          <p:spPr>
            <a:xfrm rot="16200000">
              <a:off x="9615959" y="747319"/>
              <a:ext cx="86010" cy="8601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873C000B-CA4A-3C2C-FCAE-EB475C510151}"/>
                </a:ext>
              </a:extLst>
            </p:cNvPr>
            <p:cNvSpPr/>
            <p:nvPr/>
          </p:nvSpPr>
          <p:spPr>
            <a:xfrm rot="16200000">
              <a:off x="8159785" y="738907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0F66A4DB-31D9-7F56-E35A-47C0BB110909}"/>
              </a:ext>
            </a:extLst>
          </p:cNvPr>
          <p:cNvGrpSpPr/>
          <p:nvPr/>
        </p:nvGrpSpPr>
        <p:grpSpPr>
          <a:xfrm>
            <a:off x="6029167" y="4252250"/>
            <a:ext cx="3038545" cy="94422"/>
            <a:chOff x="8159784" y="738908"/>
            <a:chExt cx="3038545" cy="94422"/>
          </a:xfrm>
          <a:solidFill>
            <a:schemeClr val="accent6"/>
          </a:solidFill>
        </p:grpSpPr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8A2A4A9D-7A88-3C31-3212-F3FECEEF0E5C}"/>
                </a:ext>
              </a:extLst>
            </p:cNvPr>
            <p:cNvGrpSpPr/>
            <p:nvPr/>
          </p:nvGrpSpPr>
          <p:grpSpPr>
            <a:xfrm>
              <a:off x="8299346" y="738908"/>
              <a:ext cx="2898983" cy="91457"/>
              <a:chOff x="641620" y="507438"/>
              <a:chExt cx="2898983" cy="91457"/>
            </a:xfrm>
            <a:grpFill/>
          </p:grpSpPr>
          <p:grpSp>
            <p:nvGrpSpPr>
              <p:cNvPr id="236" name="Group 235">
                <a:extLst>
                  <a:ext uri="{FF2B5EF4-FFF2-40B4-BE49-F238E27FC236}">
                    <a16:creationId xmlns:a16="http://schemas.microsoft.com/office/drawing/2014/main" id="{FCDC88BA-79C3-F1CD-4C65-53A3942D06F9}"/>
                  </a:ext>
                </a:extLst>
              </p:cNvPr>
              <p:cNvGrpSpPr/>
              <p:nvPr/>
            </p:nvGrpSpPr>
            <p:grpSpPr>
              <a:xfrm>
                <a:off x="641620" y="512880"/>
                <a:ext cx="2717898" cy="86015"/>
                <a:chOff x="5133887" y="4714490"/>
                <a:chExt cx="2717898" cy="86015"/>
              </a:xfrm>
              <a:grpFill/>
            </p:grpSpPr>
            <p:grpSp>
              <p:nvGrpSpPr>
                <p:cNvPr id="238" name="Group 237">
                  <a:extLst>
                    <a:ext uri="{FF2B5EF4-FFF2-40B4-BE49-F238E27FC236}">
                      <a16:creationId xmlns:a16="http://schemas.microsoft.com/office/drawing/2014/main" id="{4F712651-8D2B-2E1F-3B60-9C3CF27790AC}"/>
                    </a:ext>
                  </a:extLst>
                </p:cNvPr>
                <p:cNvGrpSpPr/>
                <p:nvPr userDrawn="1"/>
              </p:nvGrpSpPr>
              <p:grpSpPr>
                <a:xfrm rot="16200000">
                  <a:off x="6462328" y="3969356"/>
                  <a:ext cx="86015" cy="1576283"/>
                  <a:chOff x="3213109" y="4913556"/>
                  <a:chExt cx="142357" cy="2608756"/>
                </a:xfrm>
                <a:grpFill/>
              </p:grpSpPr>
              <p:sp>
                <p:nvSpPr>
                  <p:cNvPr id="274" name="Oval 273">
                    <a:extLst>
                      <a:ext uri="{FF2B5EF4-FFF2-40B4-BE49-F238E27FC236}">
                        <a16:creationId xmlns:a16="http://schemas.microsoft.com/office/drawing/2014/main" id="{1B7ACFB7-275A-AECE-9B60-50A44ECE69C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09" y="4913556"/>
                    <a:ext cx="142349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75" name="Oval 274">
                    <a:extLst>
                      <a:ext uri="{FF2B5EF4-FFF2-40B4-BE49-F238E27FC236}">
                        <a16:creationId xmlns:a16="http://schemas.microsoft.com/office/drawing/2014/main" id="{B9FC0A6A-ED27-D624-74AA-DB3B94F639B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18" y="7379962"/>
                    <a:ext cx="142348" cy="142350"/>
                  </a:xfrm>
                  <a:prstGeom prst="ellipse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239" name="Group 238">
                  <a:extLst>
                    <a:ext uri="{FF2B5EF4-FFF2-40B4-BE49-F238E27FC236}">
                      <a16:creationId xmlns:a16="http://schemas.microsoft.com/office/drawing/2014/main" id="{22D342F3-DBF2-B3FC-CB85-7C3DBE54D1DE}"/>
                    </a:ext>
                  </a:extLst>
                </p:cNvPr>
                <p:cNvGrpSpPr/>
                <p:nvPr userDrawn="1"/>
              </p:nvGrpSpPr>
              <p:grpSpPr>
                <a:xfrm>
                  <a:off x="5133887" y="4748324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268" name="Oval 267">
                    <a:extLst>
                      <a:ext uri="{FF2B5EF4-FFF2-40B4-BE49-F238E27FC236}">
                        <a16:creationId xmlns:a16="http://schemas.microsoft.com/office/drawing/2014/main" id="{0AACD4B7-8954-2BF5-9881-B27E7E0E7AB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69" name="Oval 268">
                    <a:extLst>
                      <a:ext uri="{FF2B5EF4-FFF2-40B4-BE49-F238E27FC236}">
                        <a16:creationId xmlns:a16="http://schemas.microsoft.com/office/drawing/2014/main" id="{4109F974-465A-042A-0C44-68F9FFE8A1C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70" name="Oval 269">
                    <a:extLst>
                      <a:ext uri="{FF2B5EF4-FFF2-40B4-BE49-F238E27FC236}">
                        <a16:creationId xmlns:a16="http://schemas.microsoft.com/office/drawing/2014/main" id="{8CAA3389-4E88-D7C5-C6A9-494895A6998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71" name="Oval 270">
                    <a:extLst>
                      <a:ext uri="{FF2B5EF4-FFF2-40B4-BE49-F238E27FC236}">
                        <a16:creationId xmlns:a16="http://schemas.microsoft.com/office/drawing/2014/main" id="{D708F03D-391B-AFC2-D6F4-59CE4B0F2F2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72" name="Oval 271">
                    <a:extLst>
                      <a:ext uri="{FF2B5EF4-FFF2-40B4-BE49-F238E27FC236}">
                        <a16:creationId xmlns:a16="http://schemas.microsoft.com/office/drawing/2014/main" id="{766B3716-10D8-8D05-E504-31F64D04F21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73" name="Oval 272">
                    <a:extLst>
                      <a:ext uri="{FF2B5EF4-FFF2-40B4-BE49-F238E27FC236}">
                        <a16:creationId xmlns:a16="http://schemas.microsoft.com/office/drawing/2014/main" id="{D06F8BDB-105A-2986-EBCE-E625048E43F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240" name="Group 239">
                  <a:extLst>
                    <a:ext uri="{FF2B5EF4-FFF2-40B4-BE49-F238E27FC236}">
                      <a16:creationId xmlns:a16="http://schemas.microsoft.com/office/drawing/2014/main" id="{366AB2BA-22C9-AFE7-7AF1-AB97BC35340E}"/>
                    </a:ext>
                  </a:extLst>
                </p:cNvPr>
                <p:cNvGrpSpPr/>
                <p:nvPr userDrawn="1"/>
              </p:nvGrpSpPr>
              <p:grpSpPr>
                <a:xfrm>
                  <a:off x="5134607" y="4745339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262" name="Oval 261">
                    <a:extLst>
                      <a:ext uri="{FF2B5EF4-FFF2-40B4-BE49-F238E27FC236}">
                        <a16:creationId xmlns:a16="http://schemas.microsoft.com/office/drawing/2014/main" id="{F57EDBF9-78A5-BA13-0D53-862C7643D3E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63" name="Oval 262">
                    <a:extLst>
                      <a:ext uri="{FF2B5EF4-FFF2-40B4-BE49-F238E27FC236}">
                        <a16:creationId xmlns:a16="http://schemas.microsoft.com/office/drawing/2014/main" id="{E7C0C95F-33E0-A60D-02E5-FC665E4645C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64" name="Oval 263">
                    <a:extLst>
                      <a:ext uri="{FF2B5EF4-FFF2-40B4-BE49-F238E27FC236}">
                        <a16:creationId xmlns:a16="http://schemas.microsoft.com/office/drawing/2014/main" id="{FCD3B2FE-FFB8-9E3B-7A5A-4681D0CE1AE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65" name="Oval 264">
                    <a:extLst>
                      <a:ext uri="{FF2B5EF4-FFF2-40B4-BE49-F238E27FC236}">
                        <a16:creationId xmlns:a16="http://schemas.microsoft.com/office/drawing/2014/main" id="{9BEA2EAD-CA2C-3FA0-D84D-F740DC69BE8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66" name="Oval 265">
                    <a:extLst>
                      <a:ext uri="{FF2B5EF4-FFF2-40B4-BE49-F238E27FC236}">
                        <a16:creationId xmlns:a16="http://schemas.microsoft.com/office/drawing/2014/main" id="{9375FD7D-E079-0F93-B663-A06E5696757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67" name="Oval 266">
                    <a:extLst>
                      <a:ext uri="{FF2B5EF4-FFF2-40B4-BE49-F238E27FC236}">
                        <a16:creationId xmlns:a16="http://schemas.microsoft.com/office/drawing/2014/main" id="{B683C250-30E0-C968-D642-FAB1DEDCFF6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241" name="Group 240">
                  <a:extLst>
                    <a:ext uri="{FF2B5EF4-FFF2-40B4-BE49-F238E27FC236}">
                      <a16:creationId xmlns:a16="http://schemas.microsoft.com/office/drawing/2014/main" id="{C8FC0872-5EC3-44EF-A8E2-9985F12D9ABE}"/>
                    </a:ext>
                  </a:extLst>
                </p:cNvPr>
                <p:cNvGrpSpPr/>
                <p:nvPr userDrawn="1"/>
              </p:nvGrpSpPr>
              <p:grpSpPr>
                <a:xfrm>
                  <a:off x="5879744" y="4745338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256" name="Oval 255">
                    <a:extLst>
                      <a:ext uri="{FF2B5EF4-FFF2-40B4-BE49-F238E27FC236}">
                        <a16:creationId xmlns:a16="http://schemas.microsoft.com/office/drawing/2014/main" id="{C7F8CBE8-C45A-F1F1-F28C-27FDBCC55C8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57" name="Oval 256">
                    <a:extLst>
                      <a:ext uri="{FF2B5EF4-FFF2-40B4-BE49-F238E27FC236}">
                        <a16:creationId xmlns:a16="http://schemas.microsoft.com/office/drawing/2014/main" id="{4541D9E7-DD5D-411B-C924-9E2219574E6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58" name="Oval 257">
                    <a:extLst>
                      <a:ext uri="{FF2B5EF4-FFF2-40B4-BE49-F238E27FC236}">
                        <a16:creationId xmlns:a16="http://schemas.microsoft.com/office/drawing/2014/main" id="{D0632F40-BE25-1757-E0BC-B47DD143B18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59" name="Oval 258">
                    <a:extLst>
                      <a:ext uri="{FF2B5EF4-FFF2-40B4-BE49-F238E27FC236}">
                        <a16:creationId xmlns:a16="http://schemas.microsoft.com/office/drawing/2014/main" id="{F7401A3E-BDAE-283C-2DEF-40236F0E5EE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60" name="Oval 259">
                    <a:extLst>
                      <a:ext uri="{FF2B5EF4-FFF2-40B4-BE49-F238E27FC236}">
                        <a16:creationId xmlns:a16="http://schemas.microsoft.com/office/drawing/2014/main" id="{2D5CBE2D-399E-89A0-28C6-C766EC36A7B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61" name="Oval 260">
                    <a:extLst>
                      <a:ext uri="{FF2B5EF4-FFF2-40B4-BE49-F238E27FC236}">
                        <a16:creationId xmlns:a16="http://schemas.microsoft.com/office/drawing/2014/main" id="{52EE07D0-9D95-9B57-DE9F-CC705F5E54D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242" name="Group 241">
                  <a:extLst>
                    <a:ext uri="{FF2B5EF4-FFF2-40B4-BE49-F238E27FC236}">
                      <a16:creationId xmlns:a16="http://schemas.microsoft.com/office/drawing/2014/main" id="{B3C0972A-E1DF-5062-7245-9757CC13EF2D}"/>
                    </a:ext>
                  </a:extLst>
                </p:cNvPr>
                <p:cNvGrpSpPr/>
                <p:nvPr userDrawn="1"/>
              </p:nvGrpSpPr>
              <p:grpSpPr>
                <a:xfrm>
                  <a:off x="6624881" y="4745337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250" name="Oval 249">
                    <a:extLst>
                      <a:ext uri="{FF2B5EF4-FFF2-40B4-BE49-F238E27FC236}">
                        <a16:creationId xmlns:a16="http://schemas.microsoft.com/office/drawing/2014/main" id="{CADAF538-3F0F-EE2C-EEA8-4798D025752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51" name="Oval 250">
                    <a:extLst>
                      <a:ext uri="{FF2B5EF4-FFF2-40B4-BE49-F238E27FC236}">
                        <a16:creationId xmlns:a16="http://schemas.microsoft.com/office/drawing/2014/main" id="{0C6FC37B-3B33-9099-3AE9-A3919953F9A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52" name="Oval 251">
                    <a:extLst>
                      <a:ext uri="{FF2B5EF4-FFF2-40B4-BE49-F238E27FC236}">
                        <a16:creationId xmlns:a16="http://schemas.microsoft.com/office/drawing/2014/main" id="{2BA5423E-5E7F-35FA-425D-8F00A8B157D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53" name="Oval 252">
                    <a:extLst>
                      <a:ext uri="{FF2B5EF4-FFF2-40B4-BE49-F238E27FC236}">
                        <a16:creationId xmlns:a16="http://schemas.microsoft.com/office/drawing/2014/main" id="{8630A87C-C203-6DE2-123C-1628E2DFB4B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54" name="Oval 253">
                    <a:extLst>
                      <a:ext uri="{FF2B5EF4-FFF2-40B4-BE49-F238E27FC236}">
                        <a16:creationId xmlns:a16="http://schemas.microsoft.com/office/drawing/2014/main" id="{62BC03DB-A00D-D7F8-A85B-8151416DA68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55" name="Oval 254">
                    <a:extLst>
                      <a:ext uri="{FF2B5EF4-FFF2-40B4-BE49-F238E27FC236}">
                        <a16:creationId xmlns:a16="http://schemas.microsoft.com/office/drawing/2014/main" id="{D459F78A-9E65-DE37-4BB3-DE9FC70370E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243" name="Group 242">
                  <a:extLst>
                    <a:ext uri="{FF2B5EF4-FFF2-40B4-BE49-F238E27FC236}">
                      <a16:creationId xmlns:a16="http://schemas.microsoft.com/office/drawing/2014/main" id="{DFD608CE-C595-215B-D9EE-DFAD00D59B45}"/>
                    </a:ext>
                  </a:extLst>
                </p:cNvPr>
                <p:cNvGrpSpPr/>
                <p:nvPr userDrawn="1"/>
              </p:nvGrpSpPr>
              <p:grpSpPr>
                <a:xfrm>
                  <a:off x="7345737" y="4745336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244" name="Oval 243">
                    <a:extLst>
                      <a:ext uri="{FF2B5EF4-FFF2-40B4-BE49-F238E27FC236}">
                        <a16:creationId xmlns:a16="http://schemas.microsoft.com/office/drawing/2014/main" id="{DC3A5116-3AA0-4769-A48A-C5BAFACBC30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45" name="Oval 244">
                    <a:extLst>
                      <a:ext uri="{FF2B5EF4-FFF2-40B4-BE49-F238E27FC236}">
                        <a16:creationId xmlns:a16="http://schemas.microsoft.com/office/drawing/2014/main" id="{5BCE428E-673E-6C98-EEAB-E7B09CDE453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46" name="Oval 245">
                    <a:extLst>
                      <a:ext uri="{FF2B5EF4-FFF2-40B4-BE49-F238E27FC236}">
                        <a16:creationId xmlns:a16="http://schemas.microsoft.com/office/drawing/2014/main" id="{72B81B97-8589-63B3-9341-27EDDF9EC7B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47" name="Oval 246">
                    <a:extLst>
                      <a:ext uri="{FF2B5EF4-FFF2-40B4-BE49-F238E27FC236}">
                        <a16:creationId xmlns:a16="http://schemas.microsoft.com/office/drawing/2014/main" id="{1BC441BA-9886-BC8E-6E11-33F6472FAA7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48" name="Oval 247">
                    <a:extLst>
                      <a:ext uri="{FF2B5EF4-FFF2-40B4-BE49-F238E27FC236}">
                        <a16:creationId xmlns:a16="http://schemas.microsoft.com/office/drawing/2014/main" id="{E5B9A797-33D6-3BA5-9FC8-50BAE13AEEB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249" name="Oval 248">
                    <a:extLst>
                      <a:ext uri="{FF2B5EF4-FFF2-40B4-BE49-F238E27FC236}">
                        <a16:creationId xmlns:a16="http://schemas.microsoft.com/office/drawing/2014/main" id="{D4C5D0CE-D51A-7E8F-D3DB-60AD00D0CAC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92E9B907-3E53-2C32-11DC-9E0AC740D2F9}"/>
                  </a:ext>
                </a:extLst>
              </p:cNvPr>
              <p:cNvSpPr/>
              <p:nvPr/>
            </p:nvSpPr>
            <p:spPr>
              <a:xfrm rot="16200000">
                <a:off x="3454592" y="507437"/>
                <a:ext cx="86010" cy="860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latin typeface="Kalinga" panose="020B0502040204020203" pitchFamily="34" charset="0"/>
                </a:endParaRPr>
              </a:p>
            </p:txBody>
          </p:sp>
        </p:grp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FCB8C63B-E05F-B323-253C-68AC727334D0}"/>
                </a:ext>
              </a:extLst>
            </p:cNvPr>
            <p:cNvSpPr/>
            <p:nvPr/>
          </p:nvSpPr>
          <p:spPr>
            <a:xfrm rot="16200000">
              <a:off x="9615959" y="747319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solidFill>
                  <a:srgbClr val="6FB2A6"/>
                </a:solidFill>
                <a:latin typeface="Kalinga" panose="020B0502040204020203" pitchFamily="34" charset="0"/>
              </a:endParaRPr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11F6CF96-4ED6-A4F8-53F2-408388878AF2}"/>
                </a:ext>
              </a:extLst>
            </p:cNvPr>
            <p:cNvSpPr/>
            <p:nvPr/>
          </p:nvSpPr>
          <p:spPr>
            <a:xfrm rot="16200000">
              <a:off x="8159785" y="738907"/>
              <a:ext cx="86010" cy="86012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D1705A78-DB69-644E-5AB0-18A697DB4076}"/>
              </a:ext>
            </a:extLst>
          </p:cNvPr>
          <p:cNvGrpSpPr/>
          <p:nvPr/>
        </p:nvGrpSpPr>
        <p:grpSpPr>
          <a:xfrm>
            <a:off x="8972312" y="3439750"/>
            <a:ext cx="3038545" cy="94422"/>
            <a:chOff x="8159784" y="738908"/>
            <a:chExt cx="3038545" cy="94422"/>
          </a:xfrm>
          <a:solidFill>
            <a:schemeClr val="accent6"/>
          </a:solidFill>
        </p:grpSpPr>
        <p:grpSp>
          <p:nvGrpSpPr>
            <p:cNvPr id="388" name="Group 387">
              <a:extLst>
                <a:ext uri="{FF2B5EF4-FFF2-40B4-BE49-F238E27FC236}">
                  <a16:creationId xmlns:a16="http://schemas.microsoft.com/office/drawing/2014/main" id="{8519BD4D-02DF-180C-0359-2CB9A89E6CC3}"/>
                </a:ext>
              </a:extLst>
            </p:cNvPr>
            <p:cNvGrpSpPr/>
            <p:nvPr/>
          </p:nvGrpSpPr>
          <p:grpSpPr>
            <a:xfrm>
              <a:off x="8299346" y="738908"/>
              <a:ext cx="2898983" cy="91457"/>
              <a:chOff x="641620" y="507438"/>
              <a:chExt cx="2898983" cy="91457"/>
            </a:xfrm>
            <a:grpFill/>
          </p:grpSpPr>
          <p:grpSp>
            <p:nvGrpSpPr>
              <p:cNvPr id="391" name="Group 390">
                <a:extLst>
                  <a:ext uri="{FF2B5EF4-FFF2-40B4-BE49-F238E27FC236}">
                    <a16:creationId xmlns:a16="http://schemas.microsoft.com/office/drawing/2014/main" id="{EAE62610-9D5A-B87D-05E7-D7591520B054}"/>
                  </a:ext>
                </a:extLst>
              </p:cNvPr>
              <p:cNvGrpSpPr/>
              <p:nvPr/>
            </p:nvGrpSpPr>
            <p:grpSpPr>
              <a:xfrm>
                <a:off x="641620" y="512880"/>
                <a:ext cx="2717898" cy="86015"/>
                <a:chOff x="5133887" y="4714490"/>
                <a:chExt cx="2717898" cy="86015"/>
              </a:xfrm>
              <a:grpFill/>
            </p:grpSpPr>
            <p:grpSp>
              <p:nvGrpSpPr>
                <p:cNvPr id="393" name="Group 392">
                  <a:extLst>
                    <a:ext uri="{FF2B5EF4-FFF2-40B4-BE49-F238E27FC236}">
                      <a16:creationId xmlns:a16="http://schemas.microsoft.com/office/drawing/2014/main" id="{132875F9-2938-A570-3953-94C0B6727C71}"/>
                    </a:ext>
                  </a:extLst>
                </p:cNvPr>
                <p:cNvGrpSpPr/>
                <p:nvPr userDrawn="1"/>
              </p:nvGrpSpPr>
              <p:grpSpPr>
                <a:xfrm rot="16200000">
                  <a:off x="6462328" y="3969356"/>
                  <a:ext cx="86015" cy="1576283"/>
                  <a:chOff x="3213109" y="4913556"/>
                  <a:chExt cx="142357" cy="2608756"/>
                </a:xfrm>
                <a:grpFill/>
              </p:grpSpPr>
              <p:sp>
                <p:nvSpPr>
                  <p:cNvPr id="429" name="Oval 428">
                    <a:extLst>
                      <a:ext uri="{FF2B5EF4-FFF2-40B4-BE49-F238E27FC236}">
                        <a16:creationId xmlns:a16="http://schemas.microsoft.com/office/drawing/2014/main" id="{385CE17C-AB68-4421-99AA-0B0062AE97C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09" y="4913556"/>
                    <a:ext cx="142349" cy="142350"/>
                  </a:xfrm>
                  <a:prstGeom prst="ellipse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30" name="Oval 429">
                    <a:extLst>
                      <a:ext uri="{FF2B5EF4-FFF2-40B4-BE49-F238E27FC236}">
                        <a16:creationId xmlns:a16="http://schemas.microsoft.com/office/drawing/2014/main" id="{45987EAE-501E-2D50-4FF4-0B7D8FFAF27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18" y="7379962"/>
                    <a:ext cx="142348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394" name="Group 393">
                  <a:extLst>
                    <a:ext uri="{FF2B5EF4-FFF2-40B4-BE49-F238E27FC236}">
                      <a16:creationId xmlns:a16="http://schemas.microsoft.com/office/drawing/2014/main" id="{667845C3-5252-FE44-5AED-0D5418F2AE3E}"/>
                    </a:ext>
                  </a:extLst>
                </p:cNvPr>
                <p:cNvGrpSpPr/>
                <p:nvPr userDrawn="1"/>
              </p:nvGrpSpPr>
              <p:grpSpPr>
                <a:xfrm>
                  <a:off x="5133887" y="4748324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423" name="Oval 422">
                    <a:extLst>
                      <a:ext uri="{FF2B5EF4-FFF2-40B4-BE49-F238E27FC236}">
                        <a16:creationId xmlns:a16="http://schemas.microsoft.com/office/drawing/2014/main" id="{C9570E62-9EB1-BA64-3E77-8950E87B07C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24" name="Oval 423">
                    <a:extLst>
                      <a:ext uri="{FF2B5EF4-FFF2-40B4-BE49-F238E27FC236}">
                        <a16:creationId xmlns:a16="http://schemas.microsoft.com/office/drawing/2014/main" id="{3C6D10BF-716E-1A20-EB46-E2BB6349C2B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25" name="Oval 424">
                    <a:extLst>
                      <a:ext uri="{FF2B5EF4-FFF2-40B4-BE49-F238E27FC236}">
                        <a16:creationId xmlns:a16="http://schemas.microsoft.com/office/drawing/2014/main" id="{4D315E95-02D3-6897-ADDD-A11A1718B3D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26" name="Oval 425">
                    <a:extLst>
                      <a:ext uri="{FF2B5EF4-FFF2-40B4-BE49-F238E27FC236}">
                        <a16:creationId xmlns:a16="http://schemas.microsoft.com/office/drawing/2014/main" id="{816507E2-EC92-6D89-11EA-484A1532074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27" name="Oval 426">
                    <a:extLst>
                      <a:ext uri="{FF2B5EF4-FFF2-40B4-BE49-F238E27FC236}">
                        <a16:creationId xmlns:a16="http://schemas.microsoft.com/office/drawing/2014/main" id="{43137D40-A9E5-FB06-A3FE-0766D96BD99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28" name="Oval 427">
                    <a:extLst>
                      <a:ext uri="{FF2B5EF4-FFF2-40B4-BE49-F238E27FC236}">
                        <a16:creationId xmlns:a16="http://schemas.microsoft.com/office/drawing/2014/main" id="{088E436E-46C6-D201-A899-313E249581D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395" name="Group 394">
                  <a:extLst>
                    <a:ext uri="{FF2B5EF4-FFF2-40B4-BE49-F238E27FC236}">
                      <a16:creationId xmlns:a16="http://schemas.microsoft.com/office/drawing/2014/main" id="{195728A6-043A-23B3-638E-8A2992A63785}"/>
                    </a:ext>
                  </a:extLst>
                </p:cNvPr>
                <p:cNvGrpSpPr/>
                <p:nvPr userDrawn="1"/>
              </p:nvGrpSpPr>
              <p:grpSpPr>
                <a:xfrm>
                  <a:off x="5134607" y="4745339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417" name="Oval 416">
                    <a:extLst>
                      <a:ext uri="{FF2B5EF4-FFF2-40B4-BE49-F238E27FC236}">
                        <a16:creationId xmlns:a16="http://schemas.microsoft.com/office/drawing/2014/main" id="{ED9A6060-7706-1C63-F076-596EABC8014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18" name="Oval 417">
                    <a:extLst>
                      <a:ext uri="{FF2B5EF4-FFF2-40B4-BE49-F238E27FC236}">
                        <a16:creationId xmlns:a16="http://schemas.microsoft.com/office/drawing/2014/main" id="{71A95FC2-7DDE-9238-E201-DBBFF805E6A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19" name="Oval 418">
                    <a:extLst>
                      <a:ext uri="{FF2B5EF4-FFF2-40B4-BE49-F238E27FC236}">
                        <a16:creationId xmlns:a16="http://schemas.microsoft.com/office/drawing/2014/main" id="{D7BC28C7-6235-F2DB-CAC9-90663A6CFD8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20" name="Oval 419">
                    <a:extLst>
                      <a:ext uri="{FF2B5EF4-FFF2-40B4-BE49-F238E27FC236}">
                        <a16:creationId xmlns:a16="http://schemas.microsoft.com/office/drawing/2014/main" id="{022872B5-6428-1D1C-F9DE-23A2128EB37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21" name="Oval 420">
                    <a:extLst>
                      <a:ext uri="{FF2B5EF4-FFF2-40B4-BE49-F238E27FC236}">
                        <a16:creationId xmlns:a16="http://schemas.microsoft.com/office/drawing/2014/main" id="{E773539B-FCAA-9C76-C2A1-94774D90456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22" name="Oval 421">
                    <a:extLst>
                      <a:ext uri="{FF2B5EF4-FFF2-40B4-BE49-F238E27FC236}">
                        <a16:creationId xmlns:a16="http://schemas.microsoft.com/office/drawing/2014/main" id="{05993222-68CF-6DA9-CC27-69B09B15EA2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396" name="Group 395">
                  <a:extLst>
                    <a:ext uri="{FF2B5EF4-FFF2-40B4-BE49-F238E27FC236}">
                      <a16:creationId xmlns:a16="http://schemas.microsoft.com/office/drawing/2014/main" id="{D07A8D05-58A5-2EC6-D967-2C557A3F21A9}"/>
                    </a:ext>
                  </a:extLst>
                </p:cNvPr>
                <p:cNvGrpSpPr/>
                <p:nvPr userDrawn="1"/>
              </p:nvGrpSpPr>
              <p:grpSpPr>
                <a:xfrm>
                  <a:off x="5879744" y="4745338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411" name="Oval 410">
                    <a:extLst>
                      <a:ext uri="{FF2B5EF4-FFF2-40B4-BE49-F238E27FC236}">
                        <a16:creationId xmlns:a16="http://schemas.microsoft.com/office/drawing/2014/main" id="{56618043-2F82-EA35-68FC-DED7D50170F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12" name="Oval 411">
                    <a:extLst>
                      <a:ext uri="{FF2B5EF4-FFF2-40B4-BE49-F238E27FC236}">
                        <a16:creationId xmlns:a16="http://schemas.microsoft.com/office/drawing/2014/main" id="{58766E44-CB82-AD56-4B78-B204C6B353D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13" name="Oval 412">
                    <a:extLst>
                      <a:ext uri="{FF2B5EF4-FFF2-40B4-BE49-F238E27FC236}">
                        <a16:creationId xmlns:a16="http://schemas.microsoft.com/office/drawing/2014/main" id="{013DA558-FBC8-9585-7E4B-B3DD6771842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14" name="Oval 413">
                    <a:extLst>
                      <a:ext uri="{FF2B5EF4-FFF2-40B4-BE49-F238E27FC236}">
                        <a16:creationId xmlns:a16="http://schemas.microsoft.com/office/drawing/2014/main" id="{7203539D-FA61-7162-ADF7-632FE41955A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15" name="Oval 414">
                    <a:extLst>
                      <a:ext uri="{FF2B5EF4-FFF2-40B4-BE49-F238E27FC236}">
                        <a16:creationId xmlns:a16="http://schemas.microsoft.com/office/drawing/2014/main" id="{AB93BAF1-81E6-789C-6DC6-4A7FC5C8F4C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16" name="Oval 415">
                    <a:extLst>
                      <a:ext uri="{FF2B5EF4-FFF2-40B4-BE49-F238E27FC236}">
                        <a16:creationId xmlns:a16="http://schemas.microsoft.com/office/drawing/2014/main" id="{114D03A6-0C91-585B-20BD-205B3621489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397" name="Group 396">
                  <a:extLst>
                    <a:ext uri="{FF2B5EF4-FFF2-40B4-BE49-F238E27FC236}">
                      <a16:creationId xmlns:a16="http://schemas.microsoft.com/office/drawing/2014/main" id="{6B54AC8B-0D89-309C-AC20-EB780736BF70}"/>
                    </a:ext>
                  </a:extLst>
                </p:cNvPr>
                <p:cNvGrpSpPr/>
                <p:nvPr userDrawn="1"/>
              </p:nvGrpSpPr>
              <p:grpSpPr>
                <a:xfrm>
                  <a:off x="6624881" y="4745337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405" name="Oval 404">
                    <a:extLst>
                      <a:ext uri="{FF2B5EF4-FFF2-40B4-BE49-F238E27FC236}">
                        <a16:creationId xmlns:a16="http://schemas.microsoft.com/office/drawing/2014/main" id="{7F0490D2-0289-3AAB-9955-3B470495240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06" name="Oval 405">
                    <a:extLst>
                      <a:ext uri="{FF2B5EF4-FFF2-40B4-BE49-F238E27FC236}">
                        <a16:creationId xmlns:a16="http://schemas.microsoft.com/office/drawing/2014/main" id="{4078A8CF-DCB9-A966-76F6-5B2A388C9D4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07" name="Oval 406">
                    <a:extLst>
                      <a:ext uri="{FF2B5EF4-FFF2-40B4-BE49-F238E27FC236}">
                        <a16:creationId xmlns:a16="http://schemas.microsoft.com/office/drawing/2014/main" id="{4EF9C0FF-57E2-CFB8-C60E-2D51C952ADE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08" name="Oval 407">
                    <a:extLst>
                      <a:ext uri="{FF2B5EF4-FFF2-40B4-BE49-F238E27FC236}">
                        <a16:creationId xmlns:a16="http://schemas.microsoft.com/office/drawing/2014/main" id="{9C3E18FE-FB20-CAB4-12BA-D3F82F9D80E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09" name="Oval 408">
                    <a:extLst>
                      <a:ext uri="{FF2B5EF4-FFF2-40B4-BE49-F238E27FC236}">
                        <a16:creationId xmlns:a16="http://schemas.microsoft.com/office/drawing/2014/main" id="{C9447CB1-28BB-0B1D-5052-C990E41B708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10" name="Oval 409">
                    <a:extLst>
                      <a:ext uri="{FF2B5EF4-FFF2-40B4-BE49-F238E27FC236}">
                        <a16:creationId xmlns:a16="http://schemas.microsoft.com/office/drawing/2014/main" id="{223002D2-B548-55F0-36E2-74EA85BAE80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398" name="Group 397">
                  <a:extLst>
                    <a:ext uri="{FF2B5EF4-FFF2-40B4-BE49-F238E27FC236}">
                      <a16:creationId xmlns:a16="http://schemas.microsoft.com/office/drawing/2014/main" id="{1D6A39EE-D62D-8C98-3533-19F713F16F53}"/>
                    </a:ext>
                  </a:extLst>
                </p:cNvPr>
                <p:cNvGrpSpPr/>
                <p:nvPr userDrawn="1"/>
              </p:nvGrpSpPr>
              <p:grpSpPr>
                <a:xfrm>
                  <a:off x="7345737" y="4745336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399" name="Oval 398">
                    <a:extLst>
                      <a:ext uri="{FF2B5EF4-FFF2-40B4-BE49-F238E27FC236}">
                        <a16:creationId xmlns:a16="http://schemas.microsoft.com/office/drawing/2014/main" id="{2045699C-557C-1364-2C5C-2B8C96B42BA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00" name="Oval 399">
                    <a:extLst>
                      <a:ext uri="{FF2B5EF4-FFF2-40B4-BE49-F238E27FC236}">
                        <a16:creationId xmlns:a16="http://schemas.microsoft.com/office/drawing/2014/main" id="{A9C2F8BA-1B0A-664C-55C9-3073F717E5D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01" name="Oval 400">
                    <a:extLst>
                      <a:ext uri="{FF2B5EF4-FFF2-40B4-BE49-F238E27FC236}">
                        <a16:creationId xmlns:a16="http://schemas.microsoft.com/office/drawing/2014/main" id="{6F777438-9AB7-C63C-3D57-D26EC711E93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02" name="Oval 401">
                    <a:extLst>
                      <a:ext uri="{FF2B5EF4-FFF2-40B4-BE49-F238E27FC236}">
                        <a16:creationId xmlns:a16="http://schemas.microsoft.com/office/drawing/2014/main" id="{42203B47-D987-710E-AE87-FF13E163F09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03" name="Oval 402">
                    <a:extLst>
                      <a:ext uri="{FF2B5EF4-FFF2-40B4-BE49-F238E27FC236}">
                        <a16:creationId xmlns:a16="http://schemas.microsoft.com/office/drawing/2014/main" id="{1679EE90-6192-B627-7321-69A8551A91E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404" name="Oval 403">
                    <a:extLst>
                      <a:ext uri="{FF2B5EF4-FFF2-40B4-BE49-F238E27FC236}">
                        <a16:creationId xmlns:a16="http://schemas.microsoft.com/office/drawing/2014/main" id="{D62537D5-6F78-DB8C-8E1D-FDFE0D69B83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392" name="Oval 391">
                <a:extLst>
                  <a:ext uri="{FF2B5EF4-FFF2-40B4-BE49-F238E27FC236}">
                    <a16:creationId xmlns:a16="http://schemas.microsoft.com/office/drawing/2014/main" id="{A381DE27-C61B-3C08-4B36-B6B5E31A6E6A}"/>
                  </a:ext>
                </a:extLst>
              </p:cNvPr>
              <p:cNvSpPr/>
              <p:nvPr/>
            </p:nvSpPr>
            <p:spPr>
              <a:xfrm rot="16200000">
                <a:off x="3454592" y="507437"/>
                <a:ext cx="86010" cy="860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latin typeface="Kalinga" panose="020B0502040204020203" pitchFamily="34" charset="0"/>
                </a:endParaRPr>
              </a:p>
            </p:txBody>
          </p:sp>
        </p:grp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5254A374-417C-C14C-DEA9-984B54EB7F18}"/>
                </a:ext>
              </a:extLst>
            </p:cNvPr>
            <p:cNvSpPr/>
            <p:nvPr/>
          </p:nvSpPr>
          <p:spPr>
            <a:xfrm rot="16200000">
              <a:off x="9615959" y="747319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8A1E34B4-E9A3-351A-B20C-E37D4A7E0775}"/>
                </a:ext>
              </a:extLst>
            </p:cNvPr>
            <p:cNvSpPr/>
            <p:nvPr/>
          </p:nvSpPr>
          <p:spPr>
            <a:xfrm rot="16200000">
              <a:off x="8159785" y="738907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8471D556-705C-E748-082E-25FC5587B645}"/>
              </a:ext>
            </a:extLst>
          </p:cNvPr>
          <p:cNvGrpSpPr/>
          <p:nvPr/>
        </p:nvGrpSpPr>
        <p:grpSpPr>
          <a:xfrm>
            <a:off x="8972312" y="4245364"/>
            <a:ext cx="3038545" cy="94422"/>
            <a:chOff x="8159784" y="738908"/>
            <a:chExt cx="3038545" cy="94422"/>
          </a:xfrm>
          <a:solidFill>
            <a:schemeClr val="accent6"/>
          </a:solidFill>
        </p:grpSpPr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92D637DB-F6AA-69A1-DBA2-5A03C7A93A64}"/>
                </a:ext>
              </a:extLst>
            </p:cNvPr>
            <p:cNvGrpSpPr/>
            <p:nvPr/>
          </p:nvGrpSpPr>
          <p:grpSpPr>
            <a:xfrm>
              <a:off x="8299346" y="738908"/>
              <a:ext cx="2898983" cy="91457"/>
              <a:chOff x="641620" y="507438"/>
              <a:chExt cx="2898983" cy="91457"/>
            </a:xfrm>
            <a:grpFill/>
          </p:grpSpPr>
          <p:grpSp>
            <p:nvGrpSpPr>
              <p:cNvPr id="346" name="Group 345">
                <a:extLst>
                  <a:ext uri="{FF2B5EF4-FFF2-40B4-BE49-F238E27FC236}">
                    <a16:creationId xmlns:a16="http://schemas.microsoft.com/office/drawing/2014/main" id="{23818B2C-34AD-548A-51F5-6F45EE41320C}"/>
                  </a:ext>
                </a:extLst>
              </p:cNvPr>
              <p:cNvGrpSpPr/>
              <p:nvPr/>
            </p:nvGrpSpPr>
            <p:grpSpPr>
              <a:xfrm>
                <a:off x="641620" y="512880"/>
                <a:ext cx="2717898" cy="86015"/>
                <a:chOff x="5133887" y="4714490"/>
                <a:chExt cx="2717898" cy="86015"/>
              </a:xfrm>
              <a:grpFill/>
            </p:grpSpPr>
            <p:grpSp>
              <p:nvGrpSpPr>
                <p:cNvPr id="348" name="Group 347">
                  <a:extLst>
                    <a:ext uri="{FF2B5EF4-FFF2-40B4-BE49-F238E27FC236}">
                      <a16:creationId xmlns:a16="http://schemas.microsoft.com/office/drawing/2014/main" id="{B7B9C17D-37CB-A832-69C1-7AB72DF854F4}"/>
                    </a:ext>
                  </a:extLst>
                </p:cNvPr>
                <p:cNvGrpSpPr/>
                <p:nvPr userDrawn="1"/>
              </p:nvGrpSpPr>
              <p:grpSpPr>
                <a:xfrm rot="16200000">
                  <a:off x="6462328" y="3969356"/>
                  <a:ext cx="86015" cy="1576283"/>
                  <a:chOff x="3213109" y="4913556"/>
                  <a:chExt cx="142357" cy="2608756"/>
                </a:xfrm>
                <a:grpFill/>
              </p:grpSpPr>
              <p:sp>
                <p:nvSpPr>
                  <p:cNvPr id="384" name="Oval 383">
                    <a:extLst>
                      <a:ext uri="{FF2B5EF4-FFF2-40B4-BE49-F238E27FC236}">
                        <a16:creationId xmlns:a16="http://schemas.microsoft.com/office/drawing/2014/main" id="{A76A6ADE-E380-ED4B-8281-85859A2DE8F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09" y="4913556"/>
                    <a:ext cx="142349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85" name="Oval 384">
                    <a:extLst>
                      <a:ext uri="{FF2B5EF4-FFF2-40B4-BE49-F238E27FC236}">
                        <a16:creationId xmlns:a16="http://schemas.microsoft.com/office/drawing/2014/main" id="{72E03823-635C-7F7F-E7AE-E6561BA18EB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18" y="7379962"/>
                    <a:ext cx="142348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349" name="Group 348">
                  <a:extLst>
                    <a:ext uri="{FF2B5EF4-FFF2-40B4-BE49-F238E27FC236}">
                      <a16:creationId xmlns:a16="http://schemas.microsoft.com/office/drawing/2014/main" id="{CD8A7317-5253-9D36-3C19-078E2E8FB324}"/>
                    </a:ext>
                  </a:extLst>
                </p:cNvPr>
                <p:cNvGrpSpPr/>
                <p:nvPr userDrawn="1"/>
              </p:nvGrpSpPr>
              <p:grpSpPr>
                <a:xfrm>
                  <a:off x="5133887" y="4748324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378" name="Oval 377">
                    <a:extLst>
                      <a:ext uri="{FF2B5EF4-FFF2-40B4-BE49-F238E27FC236}">
                        <a16:creationId xmlns:a16="http://schemas.microsoft.com/office/drawing/2014/main" id="{B2812CA3-FE55-D80B-C309-2DB667165C4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79" name="Oval 378">
                    <a:extLst>
                      <a:ext uri="{FF2B5EF4-FFF2-40B4-BE49-F238E27FC236}">
                        <a16:creationId xmlns:a16="http://schemas.microsoft.com/office/drawing/2014/main" id="{5D2EDA34-A46F-BE9F-846B-78D7F845D8C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80" name="Oval 379">
                    <a:extLst>
                      <a:ext uri="{FF2B5EF4-FFF2-40B4-BE49-F238E27FC236}">
                        <a16:creationId xmlns:a16="http://schemas.microsoft.com/office/drawing/2014/main" id="{85311A38-20B5-2E98-04CA-A4B7EF32A47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81" name="Oval 380">
                    <a:extLst>
                      <a:ext uri="{FF2B5EF4-FFF2-40B4-BE49-F238E27FC236}">
                        <a16:creationId xmlns:a16="http://schemas.microsoft.com/office/drawing/2014/main" id="{71B43553-D336-51E1-8E63-ACA2B816650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82" name="Oval 381">
                    <a:extLst>
                      <a:ext uri="{FF2B5EF4-FFF2-40B4-BE49-F238E27FC236}">
                        <a16:creationId xmlns:a16="http://schemas.microsoft.com/office/drawing/2014/main" id="{C3CEE828-0F1F-0096-3403-E6DEFABCFE7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83" name="Oval 382">
                    <a:extLst>
                      <a:ext uri="{FF2B5EF4-FFF2-40B4-BE49-F238E27FC236}">
                        <a16:creationId xmlns:a16="http://schemas.microsoft.com/office/drawing/2014/main" id="{9AC242D4-E5E7-0900-C20C-F1FD157F292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350" name="Group 349">
                  <a:extLst>
                    <a:ext uri="{FF2B5EF4-FFF2-40B4-BE49-F238E27FC236}">
                      <a16:creationId xmlns:a16="http://schemas.microsoft.com/office/drawing/2014/main" id="{8504C4B3-64D3-AB73-58C7-6DA2C8D11BA4}"/>
                    </a:ext>
                  </a:extLst>
                </p:cNvPr>
                <p:cNvGrpSpPr/>
                <p:nvPr userDrawn="1"/>
              </p:nvGrpSpPr>
              <p:grpSpPr>
                <a:xfrm>
                  <a:off x="5134607" y="4745339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372" name="Oval 371">
                    <a:extLst>
                      <a:ext uri="{FF2B5EF4-FFF2-40B4-BE49-F238E27FC236}">
                        <a16:creationId xmlns:a16="http://schemas.microsoft.com/office/drawing/2014/main" id="{245FE6E0-85DF-5C8F-762A-EC13E279962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73" name="Oval 372">
                    <a:extLst>
                      <a:ext uri="{FF2B5EF4-FFF2-40B4-BE49-F238E27FC236}">
                        <a16:creationId xmlns:a16="http://schemas.microsoft.com/office/drawing/2014/main" id="{4DBE815A-F193-4DCD-3D38-F1E3AF607E2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74" name="Oval 373">
                    <a:extLst>
                      <a:ext uri="{FF2B5EF4-FFF2-40B4-BE49-F238E27FC236}">
                        <a16:creationId xmlns:a16="http://schemas.microsoft.com/office/drawing/2014/main" id="{1793D05A-1982-659A-540C-6AE0E08FCEA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75" name="Oval 374">
                    <a:extLst>
                      <a:ext uri="{FF2B5EF4-FFF2-40B4-BE49-F238E27FC236}">
                        <a16:creationId xmlns:a16="http://schemas.microsoft.com/office/drawing/2014/main" id="{9E44E1DC-03CD-D876-04BD-12F7D4960B4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76" name="Oval 375">
                    <a:extLst>
                      <a:ext uri="{FF2B5EF4-FFF2-40B4-BE49-F238E27FC236}">
                        <a16:creationId xmlns:a16="http://schemas.microsoft.com/office/drawing/2014/main" id="{526F458C-CE3B-906F-EF61-31677DFF35F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77" name="Oval 376">
                    <a:extLst>
                      <a:ext uri="{FF2B5EF4-FFF2-40B4-BE49-F238E27FC236}">
                        <a16:creationId xmlns:a16="http://schemas.microsoft.com/office/drawing/2014/main" id="{E4E0D94A-0D0F-E40A-D324-2F71C7C410E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351" name="Group 350">
                  <a:extLst>
                    <a:ext uri="{FF2B5EF4-FFF2-40B4-BE49-F238E27FC236}">
                      <a16:creationId xmlns:a16="http://schemas.microsoft.com/office/drawing/2014/main" id="{5803C10F-4875-360B-59AA-B2D6F2ADBEB7}"/>
                    </a:ext>
                  </a:extLst>
                </p:cNvPr>
                <p:cNvGrpSpPr/>
                <p:nvPr userDrawn="1"/>
              </p:nvGrpSpPr>
              <p:grpSpPr>
                <a:xfrm>
                  <a:off x="5879744" y="4745338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366" name="Oval 365">
                    <a:extLst>
                      <a:ext uri="{FF2B5EF4-FFF2-40B4-BE49-F238E27FC236}">
                        <a16:creationId xmlns:a16="http://schemas.microsoft.com/office/drawing/2014/main" id="{664F62B5-761F-7F54-1EC1-F951F21DDE8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67" name="Oval 366">
                    <a:extLst>
                      <a:ext uri="{FF2B5EF4-FFF2-40B4-BE49-F238E27FC236}">
                        <a16:creationId xmlns:a16="http://schemas.microsoft.com/office/drawing/2014/main" id="{D9029793-9136-CF1C-87FD-0DC6834124D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68" name="Oval 367">
                    <a:extLst>
                      <a:ext uri="{FF2B5EF4-FFF2-40B4-BE49-F238E27FC236}">
                        <a16:creationId xmlns:a16="http://schemas.microsoft.com/office/drawing/2014/main" id="{55EE8A34-055A-803D-7366-48754A807E1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69" name="Oval 368">
                    <a:extLst>
                      <a:ext uri="{FF2B5EF4-FFF2-40B4-BE49-F238E27FC236}">
                        <a16:creationId xmlns:a16="http://schemas.microsoft.com/office/drawing/2014/main" id="{090019F3-5BC7-059A-70D4-C9E82BEB3A1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70" name="Oval 369">
                    <a:extLst>
                      <a:ext uri="{FF2B5EF4-FFF2-40B4-BE49-F238E27FC236}">
                        <a16:creationId xmlns:a16="http://schemas.microsoft.com/office/drawing/2014/main" id="{5F5E7D69-DA8C-CCFB-6273-CFAA77F3A43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71" name="Oval 370">
                    <a:extLst>
                      <a:ext uri="{FF2B5EF4-FFF2-40B4-BE49-F238E27FC236}">
                        <a16:creationId xmlns:a16="http://schemas.microsoft.com/office/drawing/2014/main" id="{8F536582-31C1-364A-A3D7-C58FC31D6C3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352" name="Group 351">
                  <a:extLst>
                    <a:ext uri="{FF2B5EF4-FFF2-40B4-BE49-F238E27FC236}">
                      <a16:creationId xmlns:a16="http://schemas.microsoft.com/office/drawing/2014/main" id="{99B0F4D6-4245-6E36-7B21-E21E2C63F27C}"/>
                    </a:ext>
                  </a:extLst>
                </p:cNvPr>
                <p:cNvGrpSpPr/>
                <p:nvPr userDrawn="1"/>
              </p:nvGrpSpPr>
              <p:grpSpPr>
                <a:xfrm>
                  <a:off x="6624881" y="4745337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360" name="Oval 359">
                    <a:extLst>
                      <a:ext uri="{FF2B5EF4-FFF2-40B4-BE49-F238E27FC236}">
                        <a16:creationId xmlns:a16="http://schemas.microsoft.com/office/drawing/2014/main" id="{73A4437A-214B-87BC-B559-C66171C8A30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61" name="Oval 360">
                    <a:extLst>
                      <a:ext uri="{FF2B5EF4-FFF2-40B4-BE49-F238E27FC236}">
                        <a16:creationId xmlns:a16="http://schemas.microsoft.com/office/drawing/2014/main" id="{6EC0C59C-D24C-83EB-7940-DFECBF0F52A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62" name="Oval 361">
                    <a:extLst>
                      <a:ext uri="{FF2B5EF4-FFF2-40B4-BE49-F238E27FC236}">
                        <a16:creationId xmlns:a16="http://schemas.microsoft.com/office/drawing/2014/main" id="{BC33B60B-002C-194C-86F7-18DF5446BF7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63" name="Oval 362">
                    <a:extLst>
                      <a:ext uri="{FF2B5EF4-FFF2-40B4-BE49-F238E27FC236}">
                        <a16:creationId xmlns:a16="http://schemas.microsoft.com/office/drawing/2014/main" id="{613B30B8-A1D7-FAE1-CDE7-8BE3DDA74D8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64" name="Oval 363">
                    <a:extLst>
                      <a:ext uri="{FF2B5EF4-FFF2-40B4-BE49-F238E27FC236}">
                        <a16:creationId xmlns:a16="http://schemas.microsoft.com/office/drawing/2014/main" id="{04F563AC-DC3D-144B-BA2F-70F7D6F3C70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65" name="Oval 364">
                    <a:extLst>
                      <a:ext uri="{FF2B5EF4-FFF2-40B4-BE49-F238E27FC236}">
                        <a16:creationId xmlns:a16="http://schemas.microsoft.com/office/drawing/2014/main" id="{42900B07-8F8E-6A01-1C61-7E1ED0ECD48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353" name="Group 352">
                  <a:extLst>
                    <a:ext uri="{FF2B5EF4-FFF2-40B4-BE49-F238E27FC236}">
                      <a16:creationId xmlns:a16="http://schemas.microsoft.com/office/drawing/2014/main" id="{EDC29FD5-F126-AD9A-E2BE-A4F8B830282C}"/>
                    </a:ext>
                  </a:extLst>
                </p:cNvPr>
                <p:cNvGrpSpPr/>
                <p:nvPr userDrawn="1"/>
              </p:nvGrpSpPr>
              <p:grpSpPr>
                <a:xfrm>
                  <a:off x="7345737" y="4745336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354" name="Oval 353">
                    <a:extLst>
                      <a:ext uri="{FF2B5EF4-FFF2-40B4-BE49-F238E27FC236}">
                        <a16:creationId xmlns:a16="http://schemas.microsoft.com/office/drawing/2014/main" id="{E67013BF-474F-62DD-98E1-1726766DD66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55" name="Oval 354">
                    <a:extLst>
                      <a:ext uri="{FF2B5EF4-FFF2-40B4-BE49-F238E27FC236}">
                        <a16:creationId xmlns:a16="http://schemas.microsoft.com/office/drawing/2014/main" id="{8A61A2E4-CB6D-C119-0990-24410D4D80E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56" name="Oval 355">
                    <a:extLst>
                      <a:ext uri="{FF2B5EF4-FFF2-40B4-BE49-F238E27FC236}">
                        <a16:creationId xmlns:a16="http://schemas.microsoft.com/office/drawing/2014/main" id="{A0953BF4-FE1B-6AA8-DEFF-8C773FA258F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57" name="Oval 356">
                    <a:extLst>
                      <a:ext uri="{FF2B5EF4-FFF2-40B4-BE49-F238E27FC236}">
                        <a16:creationId xmlns:a16="http://schemas.microsoft.com/office/drawing/2014/main" id="{E3DDA72A-51AF-E087-DC5A-493B7A6C8CF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58" name="Oval 357">
                    <a:extLst>
                      <a:ext uri="{FF2B5EF4-FFF2-40B4-BE49-F238E27FC236}">
                        <a16:creationId xmlns:a16="http://schemas.microsoft.com/office/drawing/2014/main" id="{0DAA818A-51F4-4C2B-2948-25436059D76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359" name="Oval 358">
                    <a:extLst>
                      <a:ext uri="{FF2B5EF4-FFF2-40B4-BE49-F238E27FC236}">
                        <a16:creationId xmlns:a16="http://schemas.microsoft.com/office/drawing/2014/main" id="{A454FBD7-5885-E10A-5E10-FAE58C5DCDD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347" name="Oval 346">
                <a:extLst>
                  <a:ext uri="{FF2B5EF4-FFF2-40B4-BE49-F238E27FC236}">
                    <a16:creationId xmlns:a16="http://schemas.microsoft.com/office/drawing/2014/main" id="{29C1CEE4-2B1C-A8FF-29F4-387D291A3A70}"/>
                  </a:ext>
                </a:extLst>
              </p:cNvPr>
              <p:cNvSpPr/>
              <p:nvPr/>
            </p:nvSpPr>
            <p:spPr>
              <a:xfrm rot="16200000">
                <a:off x="3454592" y="507437"/>
                <a:ext cx="86010" cy="860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latin typeface="Kalinga" panose="020B0502040204020203" pitchFamily="34" charset="0"/>
                </a:endParaRPr>
              </a:p>
            </p:txBody>
          </p:sp>
        </p:grp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DE15F40C-533D-419C-408F-02F2003772ED}"/>
                </a:ext>
              </a:extLst>
            </p:cNvPr>
            <p:cNvSpPr/>
            <p:nvPr/>
          </p:nvSpPr>
          <p:spPr>
            <a:xfrm rot="16200000">
              <a:off x="9615959" y="747319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solidFill>
                  <a:srgbClr val="6FB2A6"/>
                </a:solidFill>
                <a:latin typeface="Kalinga" panose="020B0502040204020203" pitchFamily="34" charset="0"/>
              </a:endParaRPr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47BDC255-4B31-97D2-D3AF-C62F732E621A}"/>
                </a:ext>
              </a:extLst>
            </p:cNvPr>
            <p:cNvSpPr/>
            <p:nvPr/>
          </p:nvSpPr>
          <p:spPr>
            <a:xfrm rot="16200000">
              <a:off x="8159785" y="738907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69D6CAFB-B765-67E6-411F-42E3BF2E3EFE}"/>
              </a:ext>
            </a:extLst>
          </p:cNvPr>
          <p:cNvGrpSpPr/>
          <p:nvPr/>
        </p:nvGrpSpPr>
        <p:grpSpPr>
          <a:xfrm>
            <a:off x="7901864" y="4338260"/>
            <a:ext cx="2901197" cy="1953147"/>
            <a:chOff x="7901864" y="4338260"/>
            <a:chExt cx="2901197" cy="1953147"/>
          </a:xfrm>
        </p:grpSpPr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86BA8142-7918-D01E-7C4A-974AF7E36BB1}"/>
                </a:ext>
              </a:extLst>
            </p:cNvPr>
            <p:cNvGrpSpPr/>
            <p:nvPr/>
          </p:nvGrpSpPr>
          <p:grpSpPr>
            <a:xfrm>
              <a:off x="8282777" y="4338260"/>
              <a:ext cx="2520284" cy="1838348"/>
              <a:chOff x="2247576" y="4338260"/>
              <a:chExt cx="2520284" cy="1838348"/>
            </a:xfrm>
          </p:grpSpPr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A664CE25-B905-028B-C46C-04D1F96FB3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47576" y="4338260"/>
                <a:ext cx="6278" cy="1216615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B74DDA2C-2D62-204B-1853-5D5669BEB3E7}"/>
                  </a:ext>
                </a:extLst>
              </p:cNvPr>
              <p:cNvSpPr txBox="1"/>
              <p:nvPr/>
            </p:nvSpPr>
            <p:spPr>
              <a:xfrm>
                <a:off x="2540732" y="4453059"/>
                <a:ext cx="2227128" cy="1723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Lorem ipsum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tempor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incididunt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Ut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amet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,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sectetur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adipiscing</a:t>
                </a:r>
                <a:endParaRPr lang="en-IL" sz="1100" dirty="0">
                  <a:latin typeface="Poppins Light" pitchFamily="2" charset="77"/>
                  <a:cs typeface="Poppins Light" pitchFamily="2" charset="7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Lorem ipsum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tempor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incididunt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Ut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amet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,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sectetur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adipiscing</a:t>
                </a:r>
                <a:endParaRPr lang="en-IL" sz="1100" dirty="0">
                  <a:latin typeface="Poppins Light" pitchFamily="2" charset="77"/>
                  <a:cs typeface="Poppins Light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L" sz="1400" dirty="0"/>
              </a:p>
            </p:txBody>
          </p:sp>
        </p:grpSp>
        <p:pic>
          <p:nvPicPr>
            <p:cNvPr id="334" name="Graphic 333">
              <a:extLst>
                <a:ext uri="{FF2B5EF4-FFF2-40B4-BE49-F238E27FC236}">
                  <a16:creationId xmlns:a16="http://schemas.microsoft.com/office/drawing/2014/main" id="{B415CC97-47A7-B295-93A6-D470C6268A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901864" y="5521225"/>
              <a:ext cx="770182" cy="770182"/>
            </a:xfrm>
            <a:prstGeom prst="rect">
              <a:avLst/>
            </a:prstGeom>
          </p:spPr>
        </p:pic>
        <p:pic>
          <p:nvPicPr>
            <p:cNvPr id="437" name="Graphic 436">
              <a:extLst>
                <a:ext uri="{FF2B5EF4-FFF2-40B4-BE49-F238E27FC236}">
                  <a16:creationId xmlns:a16="http://schemas.microsoft.com/office/drawing/2014/main" id="{BFCC3AB5-AC0B-CFB8-D5CB-A5187D3C37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64120" y="5763478"/>
              <a:ext cx="228600" cy="228600"/>
            </a:xfrm>
            <a:prstGeom prst="rect">
              <a:avLst/>
            </a:prstGeom>
          </p:spPr>
        </p:pic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C5C9E764-FE34-CAF5-7C00-A8AE19B665A2}"/>
              </a:ext>
            </a:extLst>
          </p:cNvPr>
          <p:cNvGrpSpPr/>
          <p:nvPr/>
        </p:nvGrpSpPr>
        <p:grpSpPr>
          <a:xfrm>
            <a:off x="7141612" y="2256119"/>
            <a:ext cx="2257989" cy="1228688"/>
            <a:chOff x="7141612" y="2256119"/>
            <a:chExt cx="2257989" cy="1228688"/>
          </a:xfrm>
        </p:grpSpPr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AC9515EF-C6EC-D9B9-08A7-5046975639F3}"/>
                </a:ext>
              </a:extLst>
            </p:cNvPr>
            <p:cNvGrpSpPr/>
            <p:nvPr/>
          </p:nvGrpSpPr>
          <p:grpSpPr>
            <a:xfrm>
              <a:off x="7515717" y="2334490"/>
              <a:ext cx="1883884" cy="1150317"/>
              <a:chOff x="1480516" y="2334490"/>
              <a:chExt cx="1883884" cy="1150317"/>
            </a:xfrm>
          </p:grpSpPr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48AC9F53-996E-2A5D-E971-3CA9DC647D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80516" y="2962002"/>
                <a:ext cx="7191" cy="522805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A85B1151-D044-538B-707C-5B9A213DE4C2}"/>
                  </a:ext>
                </a:extLst>
              </p:cNvPr>
              <p:cNvSpPr txBox="1"/>
              <p:nvPr/>
            </p:nvSpPr>
            <p:spPr>
              <a:xfrm>
                <a:off x="1825079" y="2334490"/>
                <a:ext cx="1539321" cy="815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Lorem ipsum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tempor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incididunt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</a:p>
              <a:p>
                <a:endParaRPr lang="en-IL" sz="1400" dirty="0"/>
              </a:p>
            </p:txBody>
          </p:sp>
        </p:grpSp>
        <p:pic>
          <p:nvPicPr>
            <p:cNvPr id="330" name="Graphic 329">
              <a:extLst>
                <a:ext uri="{FF2B5EF4-FFF2-40B4-BE49-F238E27FC236}">
                  <a16:creationId xmlns:a16="http://schemas.microsoft.com/office/drawing/2014/main" id="{A8114AC7-D6A0-F34D-9E34-49B977308E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41612" y="2256119"/>
              <a:ext cx="770182" cy="770182"/>
            </a:xfrm>
            <a:prstGeom prst="rect">
              <a:avLst/>
            </a:prstGeom>
          </p:spPr>
        </p:pic>
        <p:pic>
          <p:nvPicPr>
            <p:cNvPr id="438" name="Graphic 437">
              <a:extLst>
                <a:ext uri="{FF2B5EF4-FFF2-40B4-BE49-F238E27FC236}">
                  <a16:creationId xmlns:a16="http://schemas.microsoft.com/office/drawing/2014/main" id="{7551E96E-908A-C609-BC2B-4893F93A606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09319" y="2502339"/>
              <a:ext cx="228600" cy="228600"/>
            </a:xfrm>
            <a:prstGeom prst="rect">
              <a:avLst/>
            </a:prstGeom>
          </p:spPr>
        </p:pic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1E2CC59E-4028-5334-C63E-60D014DD511C}"/>
              </a:ext>
            </a:extLst>
          </p:cNvPr>
          <p:cNvGrpSpPr/>
          <p:nvPr/>
        </p:nvGrpSpPr>
        <p:grpSpPr>
          <a:xfrm>
            <a:off x="4154904" y="1640010"/>
            <a:ext cx="2992009" cy="1849630"/>
            <a:chOff x="4154904" y="1640010"/>
            <a:chExt cx="2992009" cy="1849630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BA1BE308-7C48-6A05-58E0-8DA7C60FFFF3}"/>
                </a:ext>
              </a:extLst>
            </p:cNvPr>
            <p:cNvGrpSpPr/>
            <p:nvPr/>
          </p:nvGrpSpPr>
          <p:grpSpPr>
            <a:xfrm>
              <a:off x="4555786" y="1656745"/>
              <a:ext cx="2591127" cy="1832895"/>
              <a:chOff x="1477355" y="1656745"/>
              <a:chExt cx="2591127" cy="1832895"/>
            </a:xfrm>
          </p:grpSpPr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8BA6611F-033F-8537-E7B1-BC4BF07DA3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77355" y="2341519"/>
                <a:ext cx="15791" cy="1148121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FA985547-89D9-A75E-CA59-D467B95E599F}"/>
                  </a:ext>
                </a:extLst>
              </p:cNvPr>
              <p:cNvSpPr txBox="1"/>
              <p:nvPr/>
            </p:nvSpPr>
            <p:spPr>
              <a:xfrm>
                <a:off x="1841354" y="1656745"/>
                <a:ext cx="2227128" cy="1723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Lorem ipsum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tempor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incididunt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Ut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amet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,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sectetur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adipiscing</a:t>
                </a:r>
                <a:endParaRPr lang="en-IL" sz="1100" dirty="0">
                  <a:latin typeface="Poppins Light" pitchFamily="2" charset="77"/>
                  <a:cs typeface="Poppins Light" pitchFamily="2" charset="7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Lorem ipsum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tempor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incididunt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Ut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amet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,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sectetur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adipiscing</a:t>
                </a:r>
                <a:endParaRPr lang="en-IL" sz="1100" dirty="0">
                  <a:latin typeface="Poppins Light" pitchFamily="2" charset="77"/>
                  <a:cs typeface="Poppins Light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L" sz="1400" dirty="0"/>
              </a:p>
            </p:txBody>
          </p:sp>
        </p:grpSp>
        <p:pic>
          <p:nvPicPr>
            <p:cNvPr id="329" name="Graphic 328">
              <a:extLst>
                <a:ext uri="{FF2B5EF4-FFF2-40B4-BE49-F238E27FC236}">
                  <a16:creationId xmlns:a16="http://schemas.microsoft.com/office/drawing/2014/main" id="{4AC7C9E1-006E-63A3-500B-29376653D5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54904" y="1640010"/>
              <a:ext cx="770182" cy="770182"/>
            </a:xfrm>
            <a:prstGeom prst="rect">
              <a:avLst/>
            </a:prstGeom>
          </p:spPr>
        </p:pic>
        <p:pic>
          <p:nvPicPr>
            <p:cNvPr id="440" name="Graphic 439">
              <a:extLst>
                <a:ext uri="{FF2B5EF4-FFF2-40B4-BE49-F238E27FC236}">
                  <a16:creationId xmlns:a16="http://schemas.microsoft.com/office/drawing/2014/main" id="{84410326-1F3C-2D87-01EB-1B1EDAB597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20895" y="1880767"/>
              <a:ext cx="228600" cy="228600"/>
            </a:xfrm>
            <a:prstGeom prst="rect">
              <a:avLst/>
            </a:prstGeom>
          </p:spPr>
        </p:pic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F2F651CB-6027-8EEF-F4BA-39C56E081238}"/>
              </a:ext>
            </a:extLst>
          </p:cNvPr>
          <p:cNvGrpSpPr/>
          <p:nvPr/>
        </p:nvGrpSpPr>
        <p:grpSpPr>
          <a:xfrm>
            <a:off x="9346555" y="1107601"/>
            <a:ext cx="2995467" cy="2353911"/>
            <a:chOff x="9346555" y="1107601"/>
            <a:chExt cx="2995467" cy="2353911"/>
          </a:xfrm>
        </p:grpSpPr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34FE887A-65E8-7748-1603-A45155A298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31646" y="1815266"/>
              <a:ext cx="0" cy="1646246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31" name="Graphic 430">
              <a:extLst>
                <a:ext uri="{FF2B5EF4-FFF2-40B4-BE49-F238E27FC236}">
                  <a16:creationId xmlns:a16="http://schemas.microsoft.com/office/drawing/2014/main" id="{79F7AC2D-D542-33E8-306C-2FED615EF6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46555" y="1107601"/>
              <a:ext cx="770182" cy="770182"/>
            </a:xfrm>
            <a:prstGeom prst="rect">
              <a:avLst/>
            </a:prstGeom>
          </p:spPr>
        </p:pic>
        <p:sp>
          <p:nvSpPr>
            <p:cNvPr id="434" name="TextBox 433">
              <a:extLst>
                <a:ext uri="{FF2B5EF4-FFF2-40B4-BE49-F238E27FC236}">
                  <a16:creationId xmlns:a16="http://schemas.microsoft.com/office/drawing/2014/main" id="{C791EFB5-3356-D184-3553-FB589D5E400D}"/>
                </a:ext>
              </a:extLst>
            </p:cNvPr>
            <p:cNvSpPr txBox="1"/>
            <p:nvPr/>
          </p:nvSpPr>
          <p:spPr>
            <a:xfrm>
              <a:off x="10114894" y="1193302"/>
              <a:ext cx="2227128" cy="2169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Lorem ipsum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tempor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incididunt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Ut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amet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,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sectetur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adipiscing</a:t>
              </a:r>
              <a:endParaRPr lang="en-IL" sz="1100" dirty="0">
                <a:latin typeface="Poppins Light" pitchFamily="2" charset="77"/>
                <a:cs typeface="Poppins Light" pitchFamily="2" charset="7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Lorem ipsum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tempor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incididunt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Ut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amet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,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sectetur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adipiscing</a:t>
              </a:r>
              <a:endParaRPr lang="en-US" sz="1100" dirty="0">
                <a:latin typeface="Poppins Light" pitchFamily="2" charset="77"/>
                <a:cs typeface="Poppins Light" pitchFamily="2" charset="7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Lorem ipsum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tempor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incididunt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IL" sz="1100" dirty="0">
                <a:latin typeface="Poppins Light" pitchFamily="2" charset="77"/>
                <a:cs typeface="Poppins Light" pitchFamily="2" charset="7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L" sz="1400" dirty="0"/>
            </a:p>
          </p:txBody>
        </p:sp>
        <p:pic>
          <p:nvPicPr>
            <p:cNvPr id="441" name="Graphic 440">
              <a:extLst>
                <a:ext uri="{FF2B5EF4-FFF2-40B4-BE49-F238E27FC236}">
                  <a16:creationId xmlns:a16="http://schemas.microsoft.com/office/drawing/2014/main" id="{43CEF8AF-12AD-F8C0-0859-C766B90C91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617346" y="1352148"/>
              <a:ext cx="228600" cy="228600"/>
            </a:xfrm>
            <a:prstGeom prst="rect">
              <a:avLst/>
            </a:prstGeom>
          </p:spPr>
        </p:pic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EEAC80A3-0ECC-46B1-FC52-602D49A70405}"/>
              </a:ext>
            </a:extLst>
          </p:cNvPr>
          <p:cNvGrpSpPr/>
          <p:nvPr/>
        </p:nvGrpSpPr>
        <p:grpSpPr>
          <a:xfrm>
            <a:off x="1230167" y="2174622"/>
            <a:ext cx="2961024" cy="1318761"/>
            <a:chOff x="1230167" y="2174622"/>
            <a:chExt cx="2961024" cy="1318761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56747A3E-5D24-7129-9914-E6D648B3E23E}"/>
                </a:ext>
              </a:extLst>
            </p:cNvPr>
            <p:cNvGrpSpPr/>
            <p:nvPr/>
          </p:nvGrpSpPr>
          <p:grpSpPr>
            <a:xfrm>
              <a:off x="1615258" y="2281034"/>
              <a:ext cx="2575933" cy="1212349"/>
              <a:chOff x="1493146" y="2277291"/>
              <a:chExt cx="2575933" cy="1212349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00A782A4-38B9-8D76-990B-DB9E8F2644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3146" y="2881223"/>
                <a:ext cx="0" cy="608417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9FFD6FC-A133-1F48-BD33-8C4CDF559FC1}"/>
                  </a:ext>
                </a:extLst>
              </p:cNvPr>
              <p:cNvSpPr txBox="1"/>
              <p:nvPr/>
            </p:nvSpPr>
            <p:spPr>
              <a:xfrm>
                <a:off x="1841951" y="2277291"/>
                <a:ext cx="2227128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Lorem ipsum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tempor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incididunt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Ut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amet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,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sectetur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adipiscing</a:t>
                </a:r>
                <a:endParaRPr lang="en-IL" sz="1100" dirty="0">
                  <a:latin typeface="Poppins Light" pitchFamily="2" charset="77"/>
                  <a:cs typeface="Poppins Light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L" sz="1400" dirty="0"/>
              </a:p>
            </p:txBody>
          </p:sp>
        </p:grpSp>
        <p:pic>
          <p:nvPicPr>
            <p:cNvPr id="328" name="Graphic 327">
              <a:extLst>
                <a:ext uri="{FF2B5EF4-FFF2-40B4-BE49-F238E27FC236}">
                  <a16:creationId xmlns:a16="http://schemas.microsoft.com/office/drawing/2014/main" id="{98EF8D97-14B8-E048-F694-57A859EA2C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30167" y="2174622"/>
              <a:ext cx="770182" cy="770182"/>
            </a:xfrm>
            <a:prstGeom prst="rect">
              <a:avLst/>
            </a:prstGeom>
          </p:spPr>
        </p:pic>
        <p:pic>
          <p:nvPicPr>
            <p:cNvPr id="442" name="Graphic 441">
              <a:extLst>
                <a:ext uri="{FF2B5EF4-FFF2-40B4-BE49-F238E27FC236}">
                  <a16:creationId xmlns:a16="http://schemas.microsoft.com/office/drawing/2014/main" id="{C08E33B9-87CC-F9FB-1A20-7E4EF215E4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93080" y="2397799"/>
              <a:ext cx="228600" cy="228600"/>
            </a:xfrm>
            <a:prstGeom prst="rect">
              <a:avLst/>
            </a:prstGeom>
          </p:spPr>
        </p:pic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03017900-2597-B959-D3FA-133ABB55DC4C}"/>
              </a:ext>
            </a:extLst>
          </p:cNvPr>
          <p:cNvGrpSpPr/>
          <p:nvPr/>
        </p:nvGrpSpPr>
        <p:grpSpPr>
          <a:xfrm>
            <a:off x="3999965" y="4330370"/>
            <a:ext cx="2450553" cy="1412263"/>
            <a:chOff x="3999965" y="4330370"/>
            <a:chExt cx="2450553" cy="1412263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88363593-4224-8733-86BC-979FEC402D0D}"/>
                </a:ext>
              </a:extLst>
            </p:cNvPr>
            <p:cNvGrpSpPr/>
            <p:nvPr/>
          </p:nvGrpSpPr>
          <p:grpSpPr>
            <a:xfrm>
              <a:off x="3999965" y="4330370"/>
              <a:ext cx="2227128" cy="1412263"/>
              <a:chOff x="921534" y="4330370"/>
              <a:chExt cx="2227128" cy="1412263"/>
            </a:xfrm>
          </p:grpSpPr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B112E530-9692-7DE0-210D-255F7B66A97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2986997" y="4330370"/>
                <a:ext cx="0" cy="608417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E59633B8-983A-DB77-EAB2-BCA65A0528F9}"/>
                  </a:ext>
                </a:extLst>
              </p:cNvPr>
              <p:cNvSpPr txBox="1"/>
              <p:nvPr/>
            </p:nvSpPr>
            <p:spPr>
              <a:xfrm>
                <a:off x="921534" y="4757748"/>
                <a:ext cx="2227128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Lorem ipsum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tempor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incididunt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Ut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amet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,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sectetur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adipiscing</a:t>
                </a:r>
                <a:endParaRPr lang="en-IL" sz="1100" dirty="0">
                  <a:latin typeface="Poppins Light" pitchFamily="2" charset="77"/>
                  <a:cs typeface="Poppins Light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L" sz="1400" dirty="0"/>
              </a:p>
            </p:txBody>
          </p:sp>
        </p:grpSp>
        <p:pic>
          <p:nvPicPr>
            <p:cNvPr id="333" name="Graphic 332">
              <a:extLst>
                <a:ext uri="{FF2B5EF4-FFF2-40B4-BE49-F238E27FC236}">
                  <a16:creationId xmlns:a16="http://schemas.microsoft.com/office/drawing/2014/main" id="{5AEAB5CC-7BDF-9B61-5D63-260E9363D7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680336" y="4890113"/>
              <a:ext cx="770182" cy="770182"/>
            </a:xfrm>
            <a:prstGeom prst="rect">
              <a:avLst/>
            </a:prstGeom>
          </p:spPr>
        </p:pic>
        <p:pic>
          <p:nvPicPr>
            <p:cNvPr id="445" name="Graphic 444">
              <a:extLst>
                <a:ext uri="{FF2B5EF4-FFF2-40B4-BE49-F238E27FC236}">
                  <a16:creationId xmlns:a16="http://schemas.microsoft.com/office/drawing/2014/main" id="{6A779A52-8A20-17A9-F5ED-337A548054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949887" y="5121264"/>
              <a:ext cx="228600" cy="228600"/>
            </a:xfrm>
            <a:prstGeom prst="rect">
              <a:avLst/>
            </a:prstGeom>
          </p:spPr>
        </p:pic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F7E3C84D-3854-773C-4D5D-1F43EEFC7808}"/>
              </a:ext>
            </a:extLst>
          </p:cNvPr>
          <p:cNvGrpSpPr/>
          <p:nvPr/>
        </p:nvGrpSpPr>
        <p:grpSpPr>
          <a:xfrm>
            <a:off x="496862" y="4330330"/>
            <a:ext cx="2983770" cy="1461441"/>
            <a:chOff x="496862" y="4330330"/>
            <a:chExt cx="2983770" cy="1461441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D54CF41-F893-6901-6CE1-08404EE6FF2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82246" y="4330330"/>
              <a:ext cx="0" cy="608417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77F4C5FB-1AB4-8695-6CF1-77788FFCB460}"/>
                </a:ext>
              </a:extLst>
            </p:cNvPr>
            <p:cNvSpPr txBox="1"/>
            <p:nvPr/>
          </p:nvSpPr>
          <p:spPr>
            <a:xfrm>
              <a:off x="1253504" y="4806886"/>
              <a:ext cx="2227128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Lorem ipsum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tempor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incididunt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Ut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amet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,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sectetur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adipiscing</a:t>
              </a:r>
              <a:endParaRPr lang="en-IL" sz="1100" dirty="0">
                <a:latin typeface="Poppins Light" pitchFamily="2" charset="77"/>
                <a:cs typeface="Poppins Light" pitchFamily="2" charset="7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L" sz="1400" dirty="0"/>
            </a:p>
          </p:txBody>
        </p:sp>
        <p:pic>
          <p:nvPicPr>
            <p:cNvPr id="332" name="Graphic 331">
              <a:extLst>
                <a:ext uri="{FF2B5EF4-FFF2-40B4-BE49-F238E27FC236}">
                  <a16:creationId xmlns:a16="http://schemas.microsoft.com/office/drawing/2014/main" id="{1A792D6A-A779-875C-DEB7-8A0732FD65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96862" y="4890113"/>
              <a:ext cx="770182" cy="770182"/>
            </a:xfrm>
            <a:prstGeom prst="rect">
              <a:avLst/>
            </a:prstGeom>
          </p:spPr>
        </p:pic>
        <p:pic>
          <p:nvPicPr>
            <p:cNvPr id="446" name="Graphic 445">
              <a:extLst>
                <a:ext uri="{FF2B5EF4-FFF2-40B4-BE49-F238E27FC236}">
                  <a16:creationId xmlns:a16="http://schemas.microsoft.com/office/drawing/2014/main" id="{E2A8D756-6E4C-DD53-424C-104C11CBB9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5021" y="5135890"/>
              <a:ext cx="228600" cy="228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536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64136B-F64A-5CDF-C252-71F6DF55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545" y="3002831"/>
            <a:ext cx="6148910" cy="1325563"/>
          </a:xfrm>
        </p:spPr>
        <p:txBody>
          <a:bodyPr/>
          <a:lstStyle/>
          <a:p>
            <a:r>
              <a:rPr lang="en-IL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53508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5939AB-D150-C1A7-994A-3FE20F32A99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0853" y="6030394"/>
            <a:ext cx="3959884" cy="546652"/>
          </a:xfrm>
        </p:spPr>
        <p:txBody>
          <a:bodyPr/>
          <a:lstStyle/>
          <a:p>
            <a:pPr marL="0" indent="0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IL" dirty="0"/>
              <a:t>16.09.2024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1D2DAD-1451-932F-05F7-539222BA62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</a:t>
            </a:r>
            <a:endParaRPr lang="en-IL" dirty="0"/>
          </a:p>
          <a:p>
            <a:endParaRPr lang="en-I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E53C67-8D44-4298-23E5-FFF2D546D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073" y="1740839"/>
            <a:ext cx="6148910" cy="1325563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Presentation Title</a:t>
            </a:r>
            <a:br>
              <a:rPr lang="en-US" sz="4400" b="1" dirty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rPr>
            </a:br>
            <a:r>
              <a:rPr lang="en-US" sz="4400" b="1" dirty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SASE platform</a:t>
            </a:r>
            <a:br>
              <a:rPr lang="en-US" sz="4400" b="1" dirty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rPr>
            </a:br>
            <a:endParaRPr lang="en-I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146B1A-0A3A-5B3A-C674-8CAFD2E5C47A}"/>
              </a:ext>
            </a:extLst>
          </p:cNvPr>
          <p:cNvSpPr txBox="1"/>
          <p:nvPr/>
        </p:nvSpPr>
        <p:spPr>
          <a:xfrm>
            <a:off x="1791265" y="4963307"/>
            <a:ext cx="3323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i="0" u="none" strike="noStrike" dirty="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Presenter Name</a:t>
            </a:r>
          </a:p>
          <a:p>
            <a:pPr algn="l"/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Poppins Light" pitchFamily="2" charset="77"/>
                <a:cs typeface="Poppins Light" pitchFamily="2" charset="77"/>
              </a:rPr>
              <a:t>Presenter title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78CB423-36E7-456A-852F-AAD8386DBE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8076" y="4664272"/>
            <a:ext cx="1314034" cy="1314034"/>
          </a:xfrm>
          <a:prstGeom prst="rect">
            <a:avLst/>
          </a:prstGeom>
        </p:spPr>
      </p:pic>
      <p:pic>
        <p:nvPicPr>
          <p:cNvPr id="11" name="Picture 10" descr="A person with curly hair wearing glasses&#10;&#10;Description automatically generated">
            <a:extLst>
              <a:ext uri="{FF2B5EF4-FFF2-40B4-BE49-F238E27FC236}">
                <a16:creationId xmlns:a16="http://schemas.microsoft.com/office/drawing/2014/main" id="{7EE4E093-5AF0-2BB8-CF2A-3092A109995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564" y="4876340"/>
            <a:ext cx="907585" cy="91161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93144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D40DCE9-152F-5567-5342-9A6B157D65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L" dirty="0"/>
              <a:t>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9281C8-9EF4-F6CE-80A6-B9CC0EDAC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14</a:t>
            </a:fld>
            <a:endParaRPr lang="en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2099E-1E5F-E762-BA62-992AE7BBD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61765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EA9EC3E-2A4F-9E5F-9BC6-675C43C2A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C4D69-0268-25B6-73DD-5B48F2688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15</a:t>
            </a:fld>
            <a:endParaRPr lang="en-IL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8E6B4B3-94E3-96CE-0B72-C6695BB4E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50774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FB946-694F-1B53-4300-5D31DB04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280921E-BC43-5448-DF90-5ED3B09999B8}"/>
              </a:ext>
            </a:extLst>
          </p:cNvPr>
          <p:cNvSpPr/>
          <p:nvPr/>
        </p:nvSpPr>
        <p:spPr>
          <a:xfrm>
            <a:off x="340227" y="583325"/>
            <a:ext cx="7719389" cy="5171089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100000">
                <a:srgbClr val="182D29">
                  <a:lumMod val="75000"/>
                  <a:lumOff val="25000"/>
                </a:srgbClr>
              </a:gs>
              <a:gs pos="46000">
                <a:srgbClr val="182D29">
                  <a:lumMod val="90000"/>
                  <a:lumOff val="10000"/>
                </a:srgbClr>
              </a:gs>
            </a:gsLst>
            <a:lin ang="18900000" scaled="1"/>
            <a:tileRect/>
          </a:gradFill>
          <a:ln w="6350" cap="flat" cmpd="sng" algn="ctr">
            <a:gradFill>
              <a:gsLst>
                <a:gs pos="0">
                  <a:srgbClr val="182D29">
                    <a:lumMod val="50000"/>
                    <a:lumOff val="50000"/>
                  </a:srgbClr>
                </a:gs>
                <a:gs pos="100000">
                  <a:srgbClr val="182D29">
                    <a:lumMod val="75000"/>
                    <a:lumOff val="25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u="none" strike="noStrike" kern="0" cap="none" spc="0" normalizeH="0" baseline="0" noProof="0" dirty="0">
              <a:ln>
                <a:noFill/>
              </a:ln>
              <a:solidFill>
                <a:srgbClr val="F6F6F7"/>
              </a:solidFill>
              <a:effectLst/>
              <a:uLnTx/>
              <a:uFillTx/>
              <a:latin typeface="Kalinga" panose="020B0502040204020203" pitchFamily="34" charset="0"/>
              <a:ea typeface="+mn-ea"/>
              <a:cs typeface="+mn-cs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5B49E98-3B76-6256-F4F3-893B4E09F5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L" dirty="0"/>
              <a:t>Lorem Ipsum Dolor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7244D8-EB5E-45B6-A056-F77CDA1449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Cato enables customers to MPLS to a high-capacity and resilient modern network. Using Cato Edge </a:t>
            </a:r>
          </a:p>
          <a:p>
            <a:r>
              <a:rPr lang="en-US" dirty="0"/>
              <a:t>Customers with a global footprint leverage Cato’s affordable </a:t>
            </a:r>
            <a:r>
              <a:rPr lang="en-US" dirty="0" err="1"/>
              <a:t>globto</a:t>
            </a:r>
            <a:r>
              <a:rPr lang="en-US" dirty="0"/>
              <a:t> reduce cost, meet service levels, improve performance, and deliver security everywhere. </a:t>
            </a:r>
          </a:p>
          <a:p>
            <a:r>
              <a:rPr lang="en-US" dirty="0"/>
              <a:t>Customers with a global footprint leverage Cato’s affordable </a:t>
            </a:r>
            <a:r>
              <a:rPr lang="en-US" dirty="0" err="1"/>
              <a:t>globto</a:t>
            </a:r>
            <a:r>
              <a:rPr lang="en-US" dirty="0"/>
              <a:t> reduce cost, meet service levels, improve performance, and deliver security everywhere. </a:t>
            </a:r>
          </a:p>
          <a:p>
            <a:r>
              <a:rPr lang="en-US" dirty="0"/>
              <a:t>Customers with a global footprint leverage Cato’s affordable </a:t>
            </a:r>
            <a:r>
              <a:rPr lang="en-US" dirty="0" err="1"/>
              <a:t>globto</a:t>
            </a:r>
            <a:r>
              <a:rPr lang="en-US" dirty="0"/>
              <a:t> reduce cost, meet service levels, improve performance, and deliver security everywhere. </a:t>
            </a:r>
            <a:endParaRPr lang="en-IL" dirty="0"/>
          </a:p>
          <a:p>
            <a:endParaRPr lang="en-IL" dirty="0"/>
          </a:p>
          <a:p>
            <a:endParaRPr lang="en-IL" dirty="0"/>
          </a:p>
          <a:p>
            <a:pPr lvl="0"/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659AA1F-88DD-B570-641E-F6B82CFE2C7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AC435-545C-5E3A-2388-CE37EF933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16</a:t>
            </a:fld>
            <a:endParaRPr lang="en-IL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1D97F8E-8DFC-99EB-E4BF-24C452591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2645359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AF9FAF-70D6-0CC2-4772-FA53EC4142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17</a:t>
            </a:fld>
            <a:endParaRPr lang="en-I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8469253-62EE-FA24-14FB-6D097AFDE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Timeline Slide</a:t>
            </a:r>
          </a:p>
        </p:txBody>
      </p:sp>
      <p:sp>
        <p:nvSpPr>
          <p:cNvPr id="1195" name="Rectangle 1194">
            <a:extLst>
              <a:ext uri="{FF2B5EF4-FFF2-40B4-BE49-F238E27FC236}">
                <a16:creationId xmlns:a16="http://schemas.microsoft.com/office/drawing/2014/main" id="{307F0E14-33C3-B505-ABE7-36DD6B13AB12}"/>
              </a:ext>
            </a:extLst>
          </p:cNvPr>
          <p:cNvSpPr/>
          <p:nvPr/>
        </p:nvSpPr>
        <p:spPr>
          <a:xfrm>
            <a:off x="-7509" y="3660794"/>
            <a:ext cx="12199509" cy="49972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96" name="TextBox 1195">
            <a:extLst>
              <a:ext uri="{FF2B5EF4-FFF2-40B4-BE49-F238E27FC236}">
                <a16:creationId xmlns:a16="http://schemas.microsoft.com/office/drawing/2014/main" id="{F1E2DB3D-E7EB-1550-2A16-71B89C46E3E7}"/>
              </a:ext>
            </a:extLst>
          </p:cNvPr>
          <p:cNvSpPr txBox="1"/>
          <p:nvPr/>
        </p:nvSpPr>
        <p:spPr>
          <a:xfrm>
            <a:off x="1280151" y="3785799"/>
            <a:ext cx="7280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050" b="1" dirty="0">
                <a:solidFill>
                  <a:schemeClr val="accent1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Q1 2025</a:t>
            </a:r>
          </a:p>
        </p:txBody>
      </p:sp>
      <p:sp>
        <p:nvSpPr>
          <p:cNvPr id="1197" name="TextBox 1196">
            <a:extLst>
              <a:ext uri="{FF2B5EF4-FFF2-40B4-BE49-F238E27FC236}">
                <a16:creationId xmlns:a16="http://schemas.microsoft.com/office/drawing/2014/main" id="{CA2EA6FB-4BC4-4B2A-1D0E-0F64EFAD6EEC}"/>
              </a:ext>
            </a:extLst>
          </p:cNvPr>
          <p:cNvSpPr txBox="1"/>
          <p:nvPr/>
        </p:nvSpPr>
        <p:spPr>
          <a:xfrm>
            <a:off x="4381337" y="3788363"/>
            <a:ext cx="7216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050" b="1" dirty="0">
                <a:solidFill>
                  <a:schemeClr val="accent1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Q2 2025</a:t>
            </a:r>
          </a:p>
        </p:txBody>
      </p:sp>
      <p:sp>
        <p:nvSpPr>
          <p:cNvPr id="1198" name="TextBox 1197">
            <a:extLst>
              <a:ext uri="{FF2B5EF4-FFF2-40B4-BE49-F238E27FC236}">
                <a16:creationId xmlns:a16="http://schemas.microsoft.com/office/drawing/2014/main" id="{4692CE2F-ADEA-32FF-4FA5-645F8912FA1E}"/>
              </a:ext>
            </a:extLst>
          </p:cNvPr>
          <p:cNvSpPr txBox="1"/>
          <p:nvPr/>
        </p:nvSpPr>
        <p:spPr>
          <a:xfrm>
            <a:off x="7277689" y="3798845"/>
            <a:ext cx="7216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050" b="1" dirty="0">
                <a:solidFill>
                  <a:schemeClr val="accent1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Q3 2025</a:t>
            </a:r>
          </a:p>
        </p:txBody>
      </p:sp>
      <p:sp>
        <p:nvSpPr>
          <p:cNvPr id="1199" name="TextBox 1198">
            <a:extLst>
              <a:ext uri="{FF2B5EF4-FFF2-40B4-BE49-F238E27FC236}">
                <a16:creationId xmlns:a16="http://schemas.microsoft.com/office/drawing/2014/main" id="{0DFCB64F-3DA3-D4F4-4432-E6007EA21A2F}"/>
              </a:ext>
            </a:extLst>
          </p:cNvPr>
          <p:cNvSpPr txBox="1"/>
          <p:nvPr/>
        </p:nvSpPr>
        <p:spPr>
          <a:xfrm>
            <a:off x="10357601" y="3772755"/>
            <a:ext cx="7216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sz="1050" b="1" dirty="0">
                <a:solidFill>
                  <a:schemeClr val="accent1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Q3 2025</a:t>
            </a:r>
          </a:p>
        </p:txBody>
      </p:sp>
      <p:grpSp>
        <p:nvGrpSpPr>
          <p:cNvPr id="1200" name="Group 1199">
            <a:extLst>
              <a:ext uri="{FF2B5EF4-FFF2-40B4-BE49-F238E27FC236}">
                <a16:creationId xmlns:a16="http://schemas.microsoft.com/office/drawing/2014/main" id="{F3823337-65E7-F89A-7076-827B346E8E01}"/>
              </a:ext>
            </a:extLst>
          </p:cNvPr>
          <p:cNvGrpSpPr/>
          <p:nvPr/>
        </p:nvGrpSpPr>
        <p:grpSpPr>
          <a:xfrm>
            <a:off x="116078" y="3450379"/>
            <a:ext cx="3038545" cy="94422"/>
            <a:chOff x="8159784" y="738908"/>
            <a:chExt cx="3038545" cy="94422"/>
          </a:xfrm>
          <a:solidFill>
            <a:schemeClr val="accent6"/>
          </a:solidFill>
        </p:grpSpPr>
        <p:grpSp>
          <p:nvGrpSpPr>
            <p:cNvPr id="1201" name="Group 1200">
              <a:extLst>
                <a:ext uri="{FF2B5EF4-FFF2-40B4-BE49-F238E27FC236}">
                  <a16:creationId xmlns:a16="http://schemas.microsoft.com/office/drawing/2014/main" id="{C55A48B0-C9E6-A914-DECB-B38BDB4F7DDC}"/>
                </a:ext>
              </a:extLst>
            </p:cNvPr>
            <p:cNvGrpSpPr/>
            <p:nvPr/>
          </p:nvGrpSpPr>
          <p:grpSpPr>
            <a:xfrm>
              <a:off x="8299346" y="738908"/>
              <a:ext cx="2898983" cy="91457"/>
              <a:chOff x="641620" y="507438"/>
              <a:chExt cx="2898983" cy="91457"/>
            </a:xfrm>
            <a:grpFill/>
          </p:grpSpPr>
          <p:grpSp>
            <p:nvGrpSpPr>
              <p:cNvPr id="1204" name="Group 1203">
                <a:extLst>
                  <a:ext uri="{FF2B5EF4-FFF2-40B4-BE49-F238E27FC236}">
                    <a16:creationId xmlns:a16="http://schemas.microsoft.com/office/drawing/2014/main" id="{6CCD2785-DE06-2A21-5A0A-CA0F149B903C}"/>
                  </a:ext>
                </a:extLst>
              </p:cNvPr>
              <p:cNvGrpSpPr/>
              <p:nvPr/>
            </p:nvGrpSpPr>
            <p:grpSpPr>
              <a:xfrm>
                <a:off x="641620" y="512880"/>
                <a:ext cx="2717898" cy="86015"/>
                <a:chOff x="5133887" y="4714490"/>
                <a:chExt cx="2717898" cy="86015"/>
              </a:xfrm>
              <a:grpFill/>
            </p:grpSpPr>
            <p:grpSp>
              <p:nvGrpSpPr>
                <p:cNvPr id="1206" name="Group 1205">
                  <a:extLst>
                    <a:ext uri="{FF2B5EF4-FFF2-40B4-BE49-F238E27FC236}">
                      <a16:creationId xmlns:a16="http://schemas.microsoft.com/office/drawing/2014/main" id="{AE773DD1-DDF0-9502-CBCD-E1B35996AEE3}"/>
                    </a:ext>
                  </a:extLst>
                </p:cNvPr>
                <p:cNvGrpSpPr/>
                <p:nvPr userDrawn="1"/>
              </p:nvGrpSpPr>
              <p:grpSpPr>
                <a:xfrm rot="16200000">
                  <a:off x="6462328" y="3969356"/>
                  <a:ext cx="86015" cy="1576283"/>
                  <a:chOff x="3213109" y="4913556"/>
                  <a:chExt cx="142357" cy="2608756"/>
                </a:xfrm>
                <a:grpFill/>
              </p:grpSpPr>
              <p:sp>
                <p:nvSpPr>
                  <p:cNvPr id="1242" name="Oval 1241">
                    <a:extLst>
                      <a:ext uri="{FF2B5EF4-FFF2-40B4-BE49-F238E27FC236}">
                        <a16:creationId xmlns:a16="http://schemas.microsoft.com/office/drawing/2014/main" id="{51A52266-FF9D-F561-9B1F-414FBC1835F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09" y="4913556"/>
                    <a:ext cx="142349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43" name="Oval 1242">
                    <a:extLst>
                      <a:ext uri="{FF2B5EF4-FFF2-40B4-BE49-F238E27FC236}">
                        <a16:creationId xmlns:a16="http://schemas.microsoft.com/office/drawing/2014/main" id="{F75BE62D-EC1A-7BF3-38EC-183AD20B9A5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18" y="7379962"/>
                    <a:ext cx="142348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207" name="Group 1206">
                  <a:extLst>
                    <a:ext uri="{FF2B5EF4-FFF2-40B4-BE49-F238E27FC236}">
                      <a16:creationId xmlns:a16="http://schemas.microsoft.com/office/drawing/2014/main" id="{B4416644-7BC1-A722-B0A2-17291E9C4674}"/>
                    </a:ext>
                  </a:extLst>
                </p:cNvPr>
                <p:cNvGrpSpPr/>
                <p:nvPr userDrawn="1"/>
              </p:nvGrpSpPr>
              <p:grpSpPr>
                <a:xfrm>
                  <a:off x="5133887" y="4748324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236" name="Oval 1235">
                    <a:extLst>
                      <a:ext uri="{FF2B5EF4-FFF2-40B4-BE49-F238E27FC236}">
                        <a16:creationId xmlns:a16="http://schemas.microsoft.com/office/drawing/2014/main" id="{9794BE35-189C-B929-3DA1-97562F3E708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37" name="Oval 1236">
                    <a:extLst>
                      <a:ext uri="{FF2B5EF4-FFF2-40B4-BE49-F238E27FC236}">
                        <a16:creationId xmlns:a16="http://schemas.microsoft.com/office/drawing/2014/main" id="{AB03258B-DB32-C342-2CDE-15A2542C4D1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38" name="Oval 1237">
                    <a:extLst>
                      <a:ext uri="{FF2B5EF4-FFF2-40B4-BE49-F238E27FC236}">
                        <a16:creationId xmlns:a16="http://schemas.microsoft.com/office/drawing/2014/main" id="{0FDDCE22-54DE-A99E-6533-BA0690FC5A6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39" name="Oval 1238">
                    <a:extLst>
                      <a:ext uri="{FF2B5EF4-FFF2-40B4-BE49-F238E27FC236}">
                        <a16:creationId xmlns:a16="http://schemas.microsoft.com/office/drawing/2014/main" id="{B35ACA3F-BA9C-E273-1A19-9327B4A8369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40" name="Oval 1239">
                    <a:extLst>
                      <a:ext uri="{FF2B5EF4-FFF2-40B4-BE49-F238E27FC236}">
                        <a16:creationId xmlns:a16="http://schemas.microsoft.com/office/drawing/2014/main" id="{66890290-7495-CE7B-8319-CA4792CEC43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41" name="Oval 1240">
                    <a:extLst>
                      <a:ext uri="{FF2B5EF4-FFF2-40B4-BE49-F238E27FC236}">
                        <a16:creationId xmlns:a16="http://schemas.microsoft.com/office/drawing/2014/main" id="{47EA296C-E993-7F22-3D93-8D18E860DD9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208" name="Group 1207">
                  <a:extLst>
                    <a:ext uri="{FF2B5EF4-FFF2-40B4-BE49-F238E27FC236}">
                      <a16:creationId xmlns:a16="http://schemas.microsoft.com/office/drawing/2014/main" id="{8685C71A-9A9B-E602-139F-9F8941AEDA1F}"/>
                    </a:ext>
                  </a:extLst>
                </p:cNvPr>
                <p:cNvGrpSpPr/>
                <p:nvPr userDrawn="1"/>
              </p:nvGrpSpPr>
              <p:grpSpPr>
                <a:xfrm>
                  <a:off x="5134607" y="4745339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230" name="Oval 1229">
                    <a:extLst>
                      <a:ext uri="{FF2B5EF4-FFF2-40B4-BE49-F238E27FC236}">
                        <a16:creationId xmlns:a16="http://schemas.microsoft.com/office/drawing/2014/main" id="{9184CC5E-4DDC-D5B2-4DCA-E1673F3239D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31" name="Oval 1230">
                    <a:extLst>
                      <a:ext uri="{FF2B5EF4-FFF2-40B4-BE49-F238E27FC236}">
                        <a16:creationId xmlns:a16="http://schemas.microsoft.com/office/drawing/2014/main" id="{60761E68-36E6-5189-AB58-BF888C8758C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32" name="Oval 1231">
                    <a:extLst>
                      <a:ext uri="{FF2B5EF4-FFF2-40B4-BE49-F238E27FC236}">
                        <a16:creationId xmlns:a16="http://schemas.microsoft.com/office/drawing/2014/main" id="{C50DEF23-9DE6-95CF-4296-58D09FB5EA7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33" name="Oval 1232">
                    <a:extLst>
                      <a:ext uri="{FF2B5EF4-FFF2-40B4-BE49-F238E27FC236}">
                        <a16:creationId xmlns:a16="http://schemas.microsoft.com/office/drawing/2014/main" id="{5D2ED7A2-41AC-ECFE-908A-DE3E168DC33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34" name="Oval 1233">
                    <a:extLst>
                      <a:ext uri="{FF2B5EF4-FFF2-40B4-BE49-F238E27FC236}">
                        <a16:creationId xmlns:a16="http://schemas.microsoft.com/office/drawing/2014/main" id="{D305A87A-8E2E-AC0D-B9F2-903695005E8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35" name="Oval 1234">
                    <a:extLst>
                      <a:ext uri="{FF2B5EF4-FFF2-40B4-BE49-F238E27FC236}">
                        <a16:creationId xmlns:a16="http://schemas.microsoft.com/office/drawing/2014/main" id="{5C2AE000-DCD4-5D10-D454-8DEC7E32D4B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209" name="Group 1208">
                  <a:extLst>
                    <a:ext uri="{FF2B5EF4-FFF2-40B4-BE49-F238E27FC236}">
                      <a16:creationId xmlns:a16="http://schemas.microsoft.com/office/drawing/2014/main" id="{CB0549EB-E1A2-F636-D0D0-34214A17472E}"/>
                    </a:ext>
                  </a:extLst>
                </p:cNvPr>
                <p:cNvGrpSpPr/>
                <p:nvPr userDrawn="1"/>
              </p:nvGrpSpPr>
              <p:grpSpPr>
                <a:xfrm>
                  <a:off x="5879744" y="4745338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224" name="Oval 1223">
                    <a:extLst>
                      <a:ext uri="{FF2B5EF4-FFF2-40B4-BE49-F238E27FC236}">
                        <a16:creationId xmlns:a16="http://schemas.microsoft.com/office/drawing/2014/main" id="{D10B6629-F6E0-2B61-A1A7-BC3CEE80C4F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25" name="Oval 1224">
                    <a:extLst>
                      <a:ext uri="{FF2B5EF4-FFF2-40B4-BE49-F238E27FC236}">
                        <a16:creationId xmlns:a16="http://schemas.microsoft.com/office/drawing/2014/main" id="{DF84FE35-89AC-7CF1-4A83-1F805C08E15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26" name="Oval 1225">
                    <a:extLst>
                      <a:ext uri="{FF2B5EF4-FFF2-40B4-BE49-F238E27FC236}">
                        <a16:creationId xmlns:a16="http://schemas.microsoft.com/office/drawing/2014/main" id="{732CD3F2-8C70-63BD-79C5-526CA83436F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27" name="Oval 1226">
                    <a:extLst>
                      <a:ext uri="{FF2B5EF4-FFF2-40B4-BE49-F238E27FC236}">
                        <a16:creationId xmlns:a16="http://schemas.microsoft.com/office/drawing/2014/main" id="{296108A8-CF18-7F1A-3E38-E3DC849F2ED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28" name="Oval 1227">
                    <a:extLst>
                      <a:ext uri="{FF2B5EF4-FFF2-40B4-BE49-F238E27FC236}">
                        <a16:creationId xmlns:a16="http://schemas.microsoft.com/office/drawing/2014/main" id="{E60D21AE-2D08-84D7-863C-4676684BFE3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29" name="Oval 1228">
                    <a:extLst>
                      <a:ext uri="{FF2B5EF4-FFF2-40B4-BE49-F238E27FC236}">
                        <a16:creationId xmlns:a16="http://schemas.microsoft.com/office/drawing/2014/main" id="{5B4E49D6-09B7-89B9-EEBA-4BA16434B98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210" name="Group 1209">
                  <a:extLst>
                    <a:ext uri="{FF2B5EF4-FFF2-40B4-BE49-F238E27FC236}">
                      <a16:creationId xmlns:a16="http://schemas.microsoft.com/office/drawing/2014/main" id="{6A5390DA-66DA-E8A1-C4AD-1105249899B0}"/>
                    </a:ext>
                  </a:extLst>
                </p:cNvPr>
                <p:cNvGrpSpPr/>
                <p:nvPr userDrawn="1"/>
              </p:nvGrpSpPr>
              <p:grpSpPr>
                <a:xfrm>
                  <a:off x="6624881" y="4745337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218" name="Oval 1217">
                    <a:extLst>
                      <a:ext uri="{FF2B5EF4-FFF2-40B4-BE49-F238E27FC236}">
                        <a16:creationId xmlns:a16="http://schemas.microsoft.com/office/drawing/2014/main" id="{EA5C88FD-6C4C-FAFD-4CEE-B147F982EC8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19" name="Oval 1218">
                    <a:extLst>
                      <a:ext uri="{FF2B5EF4-FFF2-40B4-BE49-F238E27FC236}">
                        <a16:creationId xmlns:a16="http://schemas.microsoft.com/office/drawing/2014/main" id="{51FBE1B3-5FC8-DAAA-E476-4F868FCFF5F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20" name="Oval 1219">
                    <a:extLst>
                      <a:ext uri="{FF2B5EF4-FFF2-40B4-BE49-F238E27FC236}">
                        <a16:creationId xmlns:a16="http://schemas.microsoft.com/office/drawing/2014/main" id="{6141DFF8-03D4-C9C0-E848-49818144513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21" name="Oval 1220">
                    <a:extLst>
                      <a:ext uri="{FF2B5EF4-FFF2-40B4-BE49-F238E27FC236}">
                        <a16:creationId xmlns:a16="http://schemas.microsoft.com/office/drawing/2014/main" id="{E82B3A98-0728-B433-EFEB-95CD1B89EDB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22" name="Oval 1221">
                    <a:extLst>
                      <a:ext uri="{FF2B5EF4-FFF2-40B4-BE49-F238E27FC236}">
                        <a16:creationId xmlns:a16="http://schemas.microsoft.com/office/drawing/2014/main" id="{4830D247-68EC-E4CF-1721-FB6788310F8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23" name="Oval 1222">
                    <a:extLst>
                      <a:ext uri="{FF2B5EF4-FFF2-40B4-BE49-F238E27FC236}">
                        <a16:creationId xmlns:a16="http://schemas.microsoft.com/office/drawing/2014/main" id="{6A77874C-2A60-9C7A-C75D-5D9EE355582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211" name="Group 1210">
                  <a:extLst>
                    <a:ext uri="{FF2B5EF4-FFF2-40B4-BE49-F238E27FC236}">
                      <a16:creationId xmlns:a16="http://schemas.microsoft.com/office/drawing/2014/main" id="{EECDC3B8-A6C0-56D2-B999-12A5479245EB}"/>
                    </a:ext>
                  </a:extLst>
                </p:cNvPr>
                <p:cNvGrpSpPr/>
                <p:nvPr userDrawn="1"/>
              </p:nvGrpSpPr>
              <p:grpSpPr>
                <a:xfrm>
                  <a:off x="7345737" y="4745336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212" name="Oval 1211">
                    <a:extLst>
                      <a:ext uri="{FF2B5EF4-FFF2-40B4-BE49-F238E27FC236}">
                        <a16:creationId xmlns:a16="http://schemas.microsoft.com/office/drawing/2014/main" id="{B85FFFF5-128A-18F2-3BF8-ED47D94D4BF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13" name="Oval 1212">
                    <a:extLst>
                      <a:ext uri="{FF2B5EF4-FFF2-40B4-BE49-F238E27FC236}">
                        <a16:creationId xmlns:a16="http://schemas.microsoft.com/office/drawing/2014/main" id="{7E74D860-1A7B-AC33-4C21-228572CA1C6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14" name="Oval 1213">
                    <a:extLst>
                      <a:ext uri="{FF2B5EF4-FFF2-40B4-BE49-F238E27FC236}">
                        <a16:creationId xmlns:a16="http://schemas.microsoft.com/office/drawing/2014/main" id="{2445FBD2-8468-0C9C-CF91-9D323CA1C8B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15" name="Oval 1214">
                    <a:extLst>
                      <a:ext uri="{FF2B5EF4-FFF2-40B4-BE49-F238E27FC236}">
                        <a16:creationId xmlns:a16="http://schemas.microsoft.com/office/drawing/2014/main" id="{C8BA6EBE-354F-10B8-B467-97227A0FCAB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16" name="Oval 1215">
                    <a:extLst>
                      <a:ext uri="{FF2B5EF4-FFF2-40B4-BE49-F238E27FC236}">
                        <a16:creationId xmlns:a16="http://schemas.microsoft.com/office/drawing/2014/main" id="{DB0B137A-4C8B-A417-FC1C-F2D9218656F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17" name="Oval 1216">
                    <a:extLst>
                      <a:ext uri="{FF2B5EF4-FFF2-40B4-BE49-F238E27FC236}">
                        <a16:creationId xmlns:a16="http://schemas.microsoft.com/office/drawing/2014/main" id="{8F2B1B96-66BD-19C1-4039-4CFA16B2198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205" name="Oval 1204">
                <a:extLst>
                  <a:ext uri="{FF2B5EF4-FFF2-40B4-BE49-F238E27FC236}">
                    <a16:creationId xmlns:a16="http://schemas.microsoft.com/office/drawing/2014/main" id="{67592B51-3073-BDE1-DF03-0850C62790E5}"/>
                  </a:ext>
                </a:extLst>
              </p:cNvPr>
              <p:cNvSpPr/>
              <p:nvPr/>
            </p:nvSpPr>
            <p:spPr>
              <a:xfrm rot="16200000">
                <a:off x="3454592" y="507437"/>
                <a:ext cx="86010" cy="860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latin typeface="Kalinga" panose="020B0502040204020203" pitchFamily="34" charset="0"/>
                </a:endParaRPr>
              </a:p>
            </p:txBody>
          </p:sp>
        </p:grpSp>
        <p:sp>
          <p:nvSpPr>
            <p:cNvPr id="1202" name="Oval 1201">
              <a:extLst>
                <a:ext uri="{FF2B5EF4-FFF2-40B4-BE49-F238E27FC236}">
                  <a16:creationId xmlns:a16="http://schemas.microsoft.com/office/drawing/2014/main" id="{658EF2D5-9CDB-1453-D656-EC3495942AF8}"/>
                </a:ext>
              </a:extLst>
            </p:cNvPr>
            <p:cNvSpPr/>
            <p:nvPr/>
          </p:nvSpPr>
          <p:spPr>
            <a:xfrm rot="16200000">
              <a:off x="9615959" y="747319"/>
              <a:ext cx="86010" cy="860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  <p:sp>
          <p:nvSpPr>
            <p:cNvPr id="1203" name="Oval 1202">
              <a:extLst>
                <a:ext uri="{FF2B5EF4-FFF2-40B4-BE49-F238E27FC236}">
                  <a16:creationId xmlns:a16="http://schemas.microsoft.com/office/drawing/2014/main" id="{23859F49-0B9B-C831-3D23-493F01D05326}"/>
                </a:ext>
              </a:extLst>
            </p:cNvPr>
            <p:cNvSpPr/>
            <p:nvPr/>
          </p:nvSpPr>
          <p:spPr>
            <a:xfrm rot="16200000">
              <a:off x="8159785" y="738907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</p:grpSp>
      <p:grpSp>
        <p:nvGrpSpPr>
          <p:cNvPr id="1244" name="Group 1243">
            <a:extLst>
              <a:ext uri="{FF2B5EF4-FFF2-40B4-BE49-F238E27FC236}">
                <a16:creationId xmlns:a16="http://schemas.microsoft.com/office/drawing/2014/main" id="{4EFDA817-1320-374D-1036-447D6BC20ADE}"/>
              </a:ext>
            </a:extLst>
          </p:cNvPr>
          <p:cNvGrpSpPr/>
          <p:nvPr/>
        </p:nvGrpSpPr>
        <p:grpSpPr>
          <a:xfrm>
            <a:off x="116078" y="4255993"/>
            <a:ext cx="3038545" cy="94422"/>
            <a:chOff x="8159784" y="738908"/>
            <a:chExt cx="3038545" cy="94422"/>
          </a:xfrm>
          <a:solidFill>
            <a:schemeClr val="accent6"/>
          </a:solidFill>
        </p:grpSpPr>
        <p:grpSp>
          <p:nvGrpSpPr>
            <p:cNvPr id="1245" name="Group 1244">
              <a:extLst>
                <a:ext uri="{FF2B5EF4-FFF2-40B4-BE49-F238E27FC236}">
                  <a16:creationId xmlns:a16="http://schemas.microsoft.com/office/drawing/2014/main" id="{14C26B14-BE94-C7F9-84E8-AC1969164EDD}"/>
                </a:ext>
              </a:extLst>
            </p:cNvPr>
            <p:cNvGrpSpPr/>
            <p:nvPr/>
          </p:nvGrpSpPr>
          <p:grpSpPr>
            <a:xfrm>
              <a:off x="8299346" y="738908"/>
              <a:ext cx="2898983" cy="91457"/>
              <a:chOff x="641620" y="507438"/>
              <a:chExt cx="2898983" cy="91457"/>
            </a:xfrm>
            <a:grpFill/>
          </p:grpSpPr>
          <p:grpSp>
            <p:nvGrpSpPr>
              <p:cNvPr id="1248" name="Group 1247">
                <a:extLst>
                  <a:ext uri="{FF2B5EF4-FFF2-40B4-BE49-F238E27FC236}">
                    <a16:creationId xmlns:a16="http://schemas.microsoft.com/office/drawing/2014/main" id="{57371544-649F-EE6F-066E-D5A43B6A9E52}"/>
                  </a:ext>
                </a:extLst>
              </p:cNvPr>
              <p:cNvGrpSpPr/>
              <p:nvPr/>
            </p:nvGrpSpPr>
            <p:grpSpPr>
              <a:xfrm>
                <a:off x="641620" y="512880"/>
                <a:ext cx="2717898" cy="86015"/>
                <a:chOff x="5133887" y="4714490"/>
                <a:chExt cx="2717898" cy="86015"/>
              </a:xfrm>
              <a:grpFill/>
            </p:grpSpPr>
            <p:grpSp>
              <p:nvGrpSpPr>
                <p:cNvPr id="1250" name="Group 1249">
                  <a:extLst>
                    <a:ext uri="{FF2B5EF4-FFF2-40B4-BE49-F238E27FC236}">
                      <a16:creationId xmlns:a16="http://schemas.microsoft.com/office/drawing/2014/main" id="{EB76C52D-A713-3687-050F-A3E3C53B404C}"/>
                    </a:ext>
                  </a:extLst>
                </p:cNvPr>
                <p:cNvGrpSpPr/>
                <p:nvPr userDrawn="1"/>
              </p:nvGrpSpPr>
              <p:grpSpPr>
                <a:xfrm rot="16200000">
                  <a:off x="6462328" y="3969356"/>
                  <a:ext cx="86015" cy="1576283"/>
                  <a:chOff x="3213109" y="4913556"/>
                  <a:chExt cx="142357" cy="2608756"/>
                </a:xfrm>
                <a:grpFill/>
              </p:grpSpPr>
              <p:sp>
                <p:nvSpPr>
                  <p:cNvPr id="1286" name="Oval 1285">
                    <a:extLst>
                      <a:ext uri="{FF2B5EF4-FFF2-40B4-BE49-F238E27FC236}">
                        <a16:creationId xmlns:a16="http://schemas.microsoft.com/office/drawing/2014/main" id="{E7E30D7D-8365-0752-86BA-5743CC96DA5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09" y="4913556"/>
                    <a:ext cx="142349" cy="1423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87" name="Oval 1286">
                    <a:extLst>
                      <a:ext uri="{FF2B5EF4-FFF2-40B4-BE49-F238E27FC236}">
                        <a16:creationId xmlns:a16="http://schemas.microsoft.com/office/drawing/2014/main" id="{4E249FA1-C67C-DEA4-AC75-E55869729DB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18" y="7379962"/>
                    <a:ext cx="142348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251" name="Group 1250">
                  <a:extLst>
                    <a:ext uri="{FF2B5EF4-FFF2-40B4-BE49-F238E27FC236}">
                      <a16:creationId xmlns:a16="http://schemas.microsoft.com/office/drawing/2014/main" id="{321C710C-299C-AD49-13CC-5C5A915B77E1}"/>
                    </a:ext>
                  </a:extLst>
                </p:cNvPr>
                <p:cNvGrpSpPr/>
                <p:nvPr userDrawn="1"/>
              </p:nvGrpSpPr>
              <p:grpSpPr>
                <a:xfrm>
                  <a:off x="5133887" y="4748324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280" name="Oval 1279">
                    <a:extLst>
                      <a:ext uri="{FF2B5EF4-FFF2-40B4-BE49-F238E27FC236}">
                        <a16:creationId xmlns:a16="http://schemas.microsoft.com/office/drawing/2014/main" id="{CDECEA96-C039-03DD-A2E9-2568DF67A0C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81" name="Oval 1280">
                    <a:extLst>
                      <a:ext uri="{FF2B5EF4-FFF2-40B4-BE49-F238E27FC236}">
                        <a16:creationId xmlns:a16="http://schemas.microsoft.com/office/drawing/2014/main" id="{349B620F-C06F-35DA-A02A-F3AD291AABC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82" name="Oval 1281">
                    <a:extLst>
                      <a:ext uri="{FF2B5EF4-FFF2-40B4-BE49-F238E27FC236}">
                        <a16:creationId xmlns:a16="http://schemas.microsoft.com/office/drawing/2014/main" id="{F482F4C4-CE8D-C12C-32CC-9CC335B4CF2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83" name="Oval 1282">
                    <a:extLst>
                      <a:ext uri="{FF2B5EF4-FFF2-40B4-BE49-F238E27FC236}">
                        <a16:creationId xmlns:a16="http://schemas.microsoft.com/office/drawing/2014/main" id="{6D7BE6F1-CCD3-E171-8E32-4652776ACF0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84" name="Oval 1283">
                    <a:extLst>
                      <a:ext uri="{FF2B5EF4-FFF2-40B4-BE49-F238E27FC236}">
                        <a16:creationId xmlns:a16="http://schemas.microsoft.com/office/drawing/2014/main" id="{6B3CE371-02E3-07B3-60CF-7C94111BE07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85" name="Oval 1284">
                    <a:extLst>
                      <a:ext uri="{FF2B5EF4-FFF2-40B4-BE49-F238E27FC236}">
                        <a16:creationId xmlns:a16="http://schemas.microsoft.com/office/drawing/2014/main" id="{3A1E986C-8394-1A76-0B0E-2536C98A970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252" name="Group 1251">
                  <a:extLst>
                    <a:ext uri="{FF2B5EF4-FFF2-40B4-BE49-F238E27FC236}">
                      <a16:creationId xmlns:a16="http://schemas.microsoft.com/office/drawing/2014/main" id="{4D660E56-4788-9145-2F30-69D983A5CB56}"/>
                    </a:ext>
                  </a:extLst>
                </p:cNvPr>
                <p:cNvGrpSpPr/>
                <p:nvPr userDrawn="1"/>
              </p:nvGrpSpPr>
              <p:grpSpPr>
                <a:xfrm>
                  <a:off x="5134607" y="4745339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274" name="Oval 1273">
                    <a:extLst>
                      <a:ext uri="{FF2B5EF4-FFF2-40B4-BE49-F238E27FC236}">
                        <a16:creationId xmlns:a16="http://schemas.microsoft.com/office/drawing/2014/main" id="{D76AB368-5744-9937-7289-7739E9ABE4B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75" name="Oval 1274">
                    <a:extLst>
                      <a:ext uri="{FF2B5EF4-FFF2-40B4-BE49-F238E27FC236}">
                        <a16:creationId xmlns:a16="http://schemas.microsoft.com/office/drawing/2014/main" id="{A1FBBAD1-6073-4474-8668-4C9585ABDA7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76" name="Oval 1275">
                    <a:extLst>
                      <a:ext uri="{FF2B5EF4-FFF2-40B4-BE49-F238E27FC236}">
                        <a16:creationId xmlns:a16="http://schemas.microsoft.com/office/drawing/2014/main" id="{FF7E5150-5953-DFFE-9DBE-2150E83F93B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77" name="Oval 1276">
                    <a:extLst>
                      <a:ext uri="{FF2B5EF4-FFF2-40B4-BE49-F238E27FC236}">
                        <a16:creationId xmlns:a16="http://schemas.microsoft.com/office/drawing/2014/main" id="{9CE3E2AE-83C8-3958-DF41-995DE761853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78" name="Oval 1277">
                    <a:extLst>
                      <a:ext uri="{FF2B5EF4-FFF2-40B4-BE49-F238E27FC236}">
                        <a16:creationId xmlns:a16="http://schemas.microsoft.com/office/drawing/2014/main" id="{3FA52341-00B5-3B25-52F1-77AAA898629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79" name="Oval 1278">
                    <a:extLst>
                      <a:ext uri="{FF2B5EF4-FFF2-40B4-BE49-F238E27FC236}">
                        <a16:creationId xmlns:a16="http://schemas.microsoft.com/office/drawing/2014/main" id="{4E105B17-355F-C1F1-A9A4-AB67067D2D6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253" name="Group 1252">
                  <a:extLst>
                    <a:ext uri="{FF2B5EF4-FFF2-40B4-BE49-F238E27FC236}">
                      <a16:creationId xmlns:a16="http://schemas.microsoft.com/office/drawing/2014/main" id="{D8C869F8-2CC1-F2C3-8D8C-6B03895BD472}"/>
                    </a:ext>
                  </a:extLst>
                </p:cNvPr>
                <p:cNvGrpSpPr/>
                <p:nvPr userDrawn="1"/>
              </p:nvGrpSpPr>
              <p:grpSpPr>
                <a:xfrm>
                  <a:off x="5879744" y="4745338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268" name="Oval 1267">
                    <a:extLst>
                      <a:ext uri="{FF2B5EF4-FFF2-40B4-BE49-F238E27FC236}">
                        <a16:creationId xmlns:a16="http://schemas.microsoft.com/office/drawing/2014/main" id="{7F089AA6-0719-3D54-4AC8-595B5CBAFCC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69" name="Oval 1268">
                    <a:extLst>
                      <a:ext uri="{FF2B5EF4-FFF2-40B4-BE49-F238E27FC236}">
                        <a16:creationId xmlns:a16="http://schemas.microsoft.com/office/drawing/2014/main" id="{6C87BE07-7E4F-D38F-98BB-79A60DD6622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70" name="Oval 1269">
                    <a:extLst>
                      <a:ext uri="{FF2B5EF4-FFF2-40B4-BE49-F238E27FC236}">
                        <a16:creationId xmlns:a16="http://schemas.microsoft.com/office/drawing/2014/main" id="{C9A69D66-BE8B-DC6A-5163-346A28EA6E2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71" name="Oval 1270">
                    <a:extLst>
                      <a:ext uri="{FF2B5EF4-FFF2-40B4-BE49-F238E27FC236}">
                        <a16:creationId xmlns:a16="http://schemas.microsoft.com/office/drawing/2014/main" id="{AA83328F-33FD-51A6-8229-861AC310EBC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72" name="Oval 1271">
                    <a:extLst>
                      <a:ext uri="{FF2B5EF4-FFF2-40B4-BE49-F238E27FC236}">
                        <a16:creationId xmlns:a16="http://schemas.microsoft.com/office/drawing/2014/main" id="{E487BF9B-86EC-D1EB-C88E-45161C6FD56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73" name="Oval 1272">
                    <a:extLst>
                      <a:ext uri="{FF2B5EF4-FFF2-40B4-BE49-F238E27FC236}">
                        <a16:creationId xmlns:a16="http://schemas.microsoft.com/office/drawing/2014/main" id="{40054C3C-EF78-1E4E-C8FC-FFBBD39FD60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254" name="Group 1253">
                  <a:extLst>
                    <a:ext uri="{FF2B5EF4-FFF2-40B4-BE49-F238E27FC236}">
                      <a16:creationId xmlns:a16="http://schemas.microsoft.com/office/drawing/2014/main" id="{5B58A8B3-DD1A-C6E6-C03E-C51800C66B80}"/>
                    </a:ext>
                  </a:extLst>
                </p:cNvPr>
                <p:cNvGrpSpPr/>
                <p:nvPr userDrawn="1"/>
              </p:nvGrpSpPr>
              <p:grpSpPr>
                <a:xfrm>
                  <a:off x="6624881" y="4745337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262" name="Oval 1261">
                    <a:extLst>
                      <a:ext uri="{FF2B5EF4-FFF2-40B4-BE49-F238E27FC236}">
                        <a16:creationId xmlns:a16="http://schemas.microsoft.com/office/drawing/2014/main" id="{1FE5EF2D-4E96-7C4E-4D90-98F4B6107B0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63" name="Oval 1262">
                    <a:extLst>
                      <a:ext uri="{FF2B5EF4-FFF2-40B4-BE49-F238E27FC236}">
                        <a16:creationId xmlns:a16="http://schemas.microsoft.com/office/drawing/2014/main" id="{3C2B63CD-6C3A-F310-ACA2-B7F1DCA6115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64" name="Oval 1263">
                    <a:extLst>
                      <a:ext uri="{FF2B5EF4-FFF2-40B4-BE49-F238E27FC236}">
                        <a16:creationId xmlns:a16="http://schemas.microsoft.com/office/drawing/2014/main" id="{E59C3CEF-2A9E-9580-C8E4-C3A4F116A24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65" name="Oval 1264">
                    <a:extLst>
                      <a:ext uri="{FF2B5EF4-FFF2-40B4-BE49-F238E27FC236}">
                        <a16:creationId xmlns:a16="http://schemas.microsoft.com/office/drawing/2014/main" id="{BB554EDF-1760-914A-AAB1-B0EF999A492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66" name="Oval 1265">
                    <a:extLst>
                      <a:ext uri="{FF2B5EF4-FFF2-40B4-BE49-F238E27FC236}">
                        <a16:creationId xmlns:a16="http://schemas.microsoft.com/office/drawing/2014/main" id="{8D29FDB9-3FE3-76CA-4A3C-5ED38D99456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67" name="Oval 1266">
                    <a:extLst>
                      <a:ext uri="{FF2B5EF4-FFF2-40B4-BE49-F238E27FC236}">
                        <a16:creationId xmlns:a16="http://schemas.microsoft.com/office/drawing/2014/main" id="{D6850C1B-9AF2-584E-82B2-9D328EEFCBE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255" name="Group 1254">
                  <a:extLst>
                    <a:ext uri="{FF2B5EF4-FFF2-40B4-BE49-F238E27FC236}">
                      <a16:creationId xmlns:a16="http://schemas.microsoft.com/office/drawing/2014/main" id="{E13F67A4-AC0B-C14C-F543-B87AF2442205}"/>
                    </a:ext>
                  </a:extLst>
                </p:cNvPr>
                <p:cNvGrpSpPr/>
                <p:nvPr userDrawn="1"/>
              </p:nvGrpSpPr>
              <p:grpSpPr>
                <a:xfrm>
                  <a:off x="7345737" y="4745336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256" name="Oval 1255">
                    <a:extLst>
                      <a:ext uri="{FF2B5EF4-FFF2-40B4-BE49-F238E27FC236}">
                        <a16:creationId xmlns:a16="http://schemas.microsoft.com/office/drawing/2014/main" id="{93E3F15D-2737-774C-FE04-A67FCF01052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57" name="Oval 1256">
                    <a:extLst>
                      <a:ext uri="{FF2B5EF4-FFF2-40B4-BE49-F238E27FC236}">
                        <a16:creationId xmlns:a16="http://schemas.microsoft.com/office/drawing/2014/main" id="{20BFC04D-0A87-C695-38AA-C534E97ECFC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58" name="Oval 1257">
                    <a:extLst>
                      <a:ext uri="{FF2B5EF4-FFF2-40B4-BE49-F238E27FC236}">
                        <a16:creationId xmlns:a16="http://schemas.microsoft.com/office/drawing/2014/main" id="{B32F882D-7525-4EA2-5F4F-1C06B3BE589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59" name="Oval 1258">
                    <a:extLst>
                      <a:ext uri="{FF2B5EF4-FFF2-40B4-BE49-F238E27FC236}">
                        <a16:creationId xmlns:a16="http://schemas.microsoft.com/office/drawing/2014/main" id="{E0BD0839-6A37-B939-5DD5-ED661A5D9D4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60" name="Oval 1259">
                    <a:extLst>
                      <a:ext uri="{FF2B5EF4-FFF2-40B4-BE49-F238E27FC236}">
                        <a16:creationId xmlns:a16="http://schemas.microsoft.com/office/drawing/2014/main" id="{6E504B42-73E7-F05C-1CA6-0684124DE4B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261" name="Oval 1260">
                    <a:extLst>
                      <a:ext uri="{FF2B5EF4-FFF2-40B4-BE49-F238E27FC236}">
                        <a16:creationId xmlns:a16="http://schemas.microsoft.com/office/drawing/2014/main" id="{8CD2C313-ED04-3DE1-3FEC-2CEB422DC3D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249" name="Oval 1248">
                <a:extLst>
                  <a:ext uri="{FF2B5EF4-FFF2-40B4-BE49-F238E27FC236}">
                    <a16:creationId xmlns:a16="http://schemas.microsoft.com/office/drawing/2014/main" id="{4A031B1B-3A8E-0DC1-0DAC-81351D18A12E}"/>
                  </a:ext>
                </a:extLst>
              </p:cNvPr>
              <p:cNvSpPr/>
              <p:nvPr/>
            </p:nvSpPr>
            <p:spPr>
              <a:xfrm rot="16200000">
                <a:off x="3454592" y="507437"/>
                <a:ext cx="86010" cy="860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latin typeface="Kalinga" panose="020B0502040204020203" pitchFamily="34" charset="0"/>
                </a:endParaRPr>
              </a:p>
            </p:txBody>
          </p:sp>
        </p:grpSp>
        <p:sp>
          <p:nvSpPr>
            <p:cNvPr id="1246" name="Oval 1245">
              <a:extLst>
                <a:ext uri="{FF2B5EF4-FFF2-40B4-BE49-F238E27FC236}">
                  <a16:creationId xmlns:a16="http://schemas.microsoft.com/office/drawing/2014/main" id="{4D0CFFA8-A97B-C3A3-47F9-D7F8291251AB}"/>
                </a:ext>
              </a:extLst>
            </p:cNvPr>
            <p:cNvSpPr/>
            <p:nvPr/>
          </p:nvSpPr>
          <p:spPr>
            <a:xfrm rot="16200000">
              <a:off x="9615959" y="747319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solidFill>
                  <a:srgbClr val="6FB2A6"/>
                </a:solidFill>
                <a:latin typeface="Kalinga" panose="020B0502040204020203" pitchFamily="34" charset="0"/>
              </a:endParaRPr>
            </a:p>
          </p:txBody>
        </p:sp>
        <p:sp>
          <p:nvSpPr>
            <p:cNvPr id="1247" name="Oval 1246">
              <a:extLst>
                <a:ext uri="{FF2B5EF4-FFF2-40B4-BE49-F238E27FC236}">
                  <a16:creationId xmlns:a16="http://schemas.microsoft.com/office/drawing/2014/main" id="{CD644D09-0CCC-BB42-B17B-EDE87A41ADCC}"/>
                </a:ext>
              </a:extLst>
            </p:cNvPr>
            <p:cNvSpPr/>
            <p:nvPr/>
          </p:nvSpPr>
          <p:spPr>
            <a:xfrm rot="16200000">
              <a:off x="8159785" y="738907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</p:grpSp>
      <p:grpSp>
        <p:nvGrpSpPr>
          <p:cNvPr id="1288" name="Group 1287">
            <a:extLst>
              <a:ext uri="{FF2B5EF4-FFF2-40B4-BE49-F238E27FC236}">
                <a16:creationId xmlns:a16="http://schemas.microsoft.com/office/drawing/2014/main" id="{40B71E5B-2653-E5CF-1209-33D1D18B66F6}"/>
              </a:ext>
            </a:extLst>
          </p:cNvPr>
          <p:cNvGrpSpPr/>
          <p:nvPr/>
        </p:nvGrpSpPr>
        <p:grpSpPr>
          <a:xfrm>
            <a:off x="3072397" y="3446636"/>
            <a:ext cx="3038545" cy="94422"/>
            <a:chOff x="8159784" y="738908"/>
            <a:chExt cx="3038545" cy="94422"/>
          </a:xfrm>
          <a:solidFill>
            <a:schemeClr val="accent6"/>
          </a:solidFill>
        </p:grpSpPr>
        <p:grpSp>
          <p:nvGrpSpPr>
            <p:cNvPr id="1289" name="Group 1288">
              <a:extLst>
                <a:ext uri="{FF2B5EF4-FFF2-40B4-BE49-F238E27FC236}">
                  <a16:creationId xmlns:a16="http://schemas.microsoft.com/office/drawing/2014/main" id="{0A04B9FE-B80F-21D7-BA85-4E2B7E74F5B6}"/>
                </a:ext>
              </a:extLst>
            </p:cNvPr>
            <p:cNvGrpSpPr/>
            <p:nvPr/>
          </p:nvGrpSpPr>
          <p:grpSpPr>
            <a:xfrm>
              <a:off x="8299346" y="738908"/>
              <a:ext cx="2898983" cy="91457"/>
              <a:chOff x="641620" y="507438"/>
              <a:chExt cx="2898983" cy="91457"/>
            </a:xfrm>
            <a:grpFill/>
          </p:grpSpPr>
          <p:grpSp>
            <p:nvGrpSpPr>
              <p:cNvPr id="1292" name="Group 1291">
                <a:extLst>
                  <a:ext uri="{FF2B5EF4-FFF2-40B4-BE49-F238E27FC236}">
                    <a16:creationId xmlns:a16="http://schemas.microsoft.com/office/drawing/2014/main" id="{2FD4D5F1-71B4-2BF5-9A81-A0595E9DFDBB}"/>
                  </a:ext>
                </a:extLst>
              </p:cNvPr>
              <p:cNvGrpSpPr/>
              <p:nvPr/>
            </p:nvGrpSpPr>
            <p:grpSpPr>
              <a:xfrm>
                <a:off x="641620" y="512880"/>
                <a:ext cx="2717898" cy="86015"/>
                <a:chOff x="5133887" y="4714490"/>
                <a:chExt cx="2717898" cy="86015"/>
              </a:xfrm>
              <a:grpFill/>
            </p:grpSpPr>
            <p:grpSp>
              <p:nvGrpSpPr>
                <p:cNvPr id="1294" name="Group 1293">
                  <a:extLst>
                    <a:ext uri="{FF2B5EF4-FFF2-40B4-BE49-F238E27FC236}">
                      <a16:creationId xmlns:a16="http://schemas.microsoft.com/office/drawing/2014/main" id="{3E3CE548-741A-F22A-AD1B-424B6CA9F012}"/>
                    </a:ext>
                  </a:extLst>
                </p:cNvPr>
                <p:cNvGrpSpPr/>
                <p:nvPr userDrawn="1"/>
              </p:nvGrpSpPr>
              <p:grpSpPr>
                <a:xfrm rot="16200000">
                  <a:off x="6462328" y="3969356"/>
                  <a:ext cx="86015" cy="1576283"/>
                  <a:chOff x="3213109" y="4913556"/>
                  <a:chExt cx="142357" cy="2608756"/>
                </a:xfrm>
                <a:grpFill/>
              </p:grpSpPr>
              <p:sp>
                <p:nvSpPr>
                  <p:cNvPr id="1330" name="Oval 1329">
                    <a:extLst>
                      <a:ext uri="{FF2B5EF4-FFF2-40B4-BE49-F238E27FC236}">
                        <a16:creationId xmlns:a16="http://schemas.microsoft.com/office/drawing/2014/main" id="{8ABF8EAD-7F93-15AF-75D6-64C79BB9655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09" y="4913556"/>
                    <a:ext cx="142349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31" name="Oval 1330">
                    <a:extLst>
                      <a:ext uri="{FF2B5EF4-FFF2-40B4-BE49-F238E27FC236}">
                        <a16:creationId xmlns:a16="http://schemas.microsoft.com/office/drawing/2014/main" id="{012A6816-6A14-38FC-0ED9-B202A243547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18" y="7379962"/>
                    <a:ext cx="142348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295" name="Group 1294">
                  <a:extLst>
                    <a:ext uri="{FF2B5EF4-FFF2-40B4-BE49-F238E27FC236}">
                      <a16:creationId xmlns:a16="http://schemas.microsoft.com/office/drawing/2014/main" id="{99C08BE4-1EE1-1A46-0883-0A88FB9BA8CB}"/>
                    </a:ext>
                  </a:extLst>
                </p:cNvPr>
                <p:cNvGrpSpPr/>
                <p:nvPr userDrawn="1"/>
              </p:nvGrpSpPr>
              <p:grpSpPr>
                <a:xfrm>
                  <a:off x="5133887" y="4748324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324" name="Oval 1323">
                    <a:extLst>
                      <a:ext uri="{FF2B5EF4-FFF2-40B4-BE49-F238E27FC236}">
                        <a16:creationId xmlns:a16="http://schemas.microsoft.com/office/drawing/2014/main" id="{FDB90DFB-6343-4DCA-0BDC-797D8FA15E8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25" name="Oval 1324">
                    <a:extLst>
                      <a:ext uri="{FF2B5EF4-FFF2-40B4-BE49-F238E27FC236}">
                        <a16:creationId xmlns:a16="http://schemas.microsoft.com/office/drawing/2014/main" id="{19311E29-10C1-0924-79F4-404BF949261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26" name="Oval 1325">
                    <a:extLst>
                      <a:ext uri="{FF2B5EF4-FFF2-40B4-BE49-F238E27FC236}">
                        <a16:creationId xmlns:a16="http://schemas.microsoft.com/office/drawing/2014/main" id="{5DC950D5-9EEF-1B19-E904-6E599ED4D65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27" name="Oval 1326">
                    <a:extLst>
                      <a:ext uri="{FF2B5EF4-FFF2-40B4-BE49-F238E27FC236}">
                        <a16:creationId xmlns:a16="http://schemas.microsoft.com/office/drawing/2014/main" id="{40C26003-A0B1-BBD9-83BD-1F48B8CB646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28" name="Oval 1327">
                    <a:extLst>
                      <a:ext uri="{FF2B5EF4-FFF2-40B4-BE49-F238E27FC236}">
                        <a16:creationId xmlns:a16="http://schemas.microsoft.com/office/drawing/2014/main" id="{722EB7B0-799E-37B3-56F1-8B4C05F23D5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29" name="Oval 1328">
                    <a:extLst>
                      <a:ext uri="{FF2B5EF4-FFF2-40B4-BE49-F238E27FC236}">
                        <a16:creationId xmlns:a16="http://schemas.microsoft.com/office/drawing/2014/main" id="{980413C9-788C-DAD0-76BD-2D6DFEE8D61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296" name="Group 1295">
                  <a:extLst>
                    <a:ext uri="{FF2B5EF4-FFF2-40B4-BE49-F238E27FC236}">
                      <a16:creationId xmlns:a16="http://schemas.microsoft.com/office/drawing/2014/main" id="{53B305B5-E6FB-0DAD-CDFF-553777FE619E}"/>
                    </a:ext>
                  </a:extLst>
                </p:cNvPr>
                <p:cNvGrpSpPr/>
                <p:nvPr userDrawn="1"/>
              </p:nvGrpSpPr>
              <p:grpSpPr>
                <a:xfrm>
                  <a:off x="5134607" y="4745339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318" name="Oval 1317">
                    <a:extLst>
                      <a:ext uri="{FF2B5EF4-FFF2-40B4-BE49-F238E27FC236}">
                        <a16:creationId xmlns:a16="http://schemas.microsoft.com/office/drawing/2014/main" id="{68EF8A43-AE1D-7828-5029-4EB129BF9C0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19" name="Oval 1318">
                    <a:extLst>
                      <a:ext uri="{FF2B5EF4-FFF2-40B4-BE49-F238E27FC236}">
                        <a16:creationId xmlns:a16="http://schemas.microsoft.com/office/drawing/2014/main" id="{213A7BE1-6776-FD44-9401-64C24790ED7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20" name="Oval 1319">
                    <a:extLst>
                      <a:ext uri="{FF2B5EF4-FFF2-40B4-BE49-F238E27FC236}">
                        <a16:creationId xmlns:a16="http://schemas.microsoft.com/office/drawing/2014/main" id="{FD1DA4F6-0347-098B-4B63-B2E86B352AF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21" name="Oval 1320">
                    <a:extLst>
                      <a:ext uri="{FF2B5EF4-FFF2-40B4-BE49-F238E27FC236}">
                        <a16:creationId xmlns:a16="http://schemas.microsoft.com/office/drawing/2014/main" id="{D0B3C3B8-CAFF-79F5-892B-1BD048308F3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22" name="Oval 1321">
                    <a:extLst>
                      <a:ext uri="{FF2B5EF4-FFF2-40B4-BE49-F238E27FC236}">
                        <a16:creationId xmlns:a16="http://schemas.microsoft.com/office/drawing/2014/main" id="{4462972D-C5AD-4602-48C0-E3847B36E25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23" name="Oval 1322">
                    <a:extLst>
                      <a:ext uri="{FF2B5EF4-FFF2-40B4-BE49-F238E27FC236}">
                        <a16:creationId xmlns:a16="http://schemas.microsoft.com/office/drawing/2014/main" id="{A224CA3C-0934-2883-4261-03B212828B6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297" name="Group 1296">
                  <a:extLst>
                    <a:ext uri="{FF2B5EF4-FFF2-40B4-BE49-F238E27FC236}">
                      <a16:creationId xmlns:a16="http://schemas.microsoft.com/office/drawing/2014/main" id="{68D2512F-507D-28B3-5ACB-3F8D2D516335}"/>
                    </a:ext>
                  </a:extLst>
                </p:cNvPr>
                <p:cNvGrpSpPr/>
                <p:nvPr userDrawn="1"/>
              </p:nvGrpSpPr>
              <p:grpSpPr>
                <a:xfrm>
                  <a:off x="5879744" y="4745338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312" name="Oval 1311">
                    <a:extLst>
                      <a:ext uri="{FF2B5EF4-FFF2-40B4-BE49-F238E27FC236}">
                        <a16:creationId xmlns:a16="http://schemas.microsoft.com/office/drawing/2014/main" id="{E05C74C8-8D15-4117-01F6-F8DD2171F67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13" name="Oval 1312">
                    <a:extLst>
                      <a:ext uri="{FF2B5EF4-FFF2-40B4-BE49-F238E27FC236}">
                        <a16:creationId xmlns:a16="http://schemas.microsoft.com/office/drawing/2014/main" id="{0C08A01F-D37C-9D05-16B7-3450618A053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14" name="Oval 1313">
                    <a:extLst>
                      <a:ext uri="{FF2B5EF4-FFF2-40B4-BE49-F238E27FC236}">
                        <a16:creationId xmlns:a16="http://schemas.microsoft.com/office/drawing/2014/main" id="{E96359A7-C07A-2942-47A4-4D1FF7F10CF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15" name="Oval 1314">
                    <a:extLst>
                      <a:ext uri="{FF2B5EF4-FFF2-40B4-BE49-F238E27FC236}">
                        <a16:creationId xmlns:a16="http://schemas.microsoft.com/office/drawing/2014/main" id="{E2B21326-E56F-B170-5B24-6189665DFA2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16" name="Oval 1315">
                    <a:extLst>
                      <a:ext uri="{FF2B5EF4-FFF2-40B4-BE49-F238E27FC236}">
                        <a16:creationId xmlns:a16="http://schemas.microsoft.com/office/drawing/2014/main" id="{CBCA9168-4820-1584-D421-CE37F8E8CA0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17" name="Oval 1316">
                    <a:extLst>
                      <a:ext uri="{FF2B5EF4-FFF2-40B4-BE49-F238E27FC236}">
                        <a16:creationId xmlns:a16="http://schemas.microsoft.com/office/drawing/2014/main" id="{CAFEAEAF-DE1D-C1A4-4C4F-95B3C11E3ED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298" name="Group 1297">
                  <a:extLst>
                    <a:ext uri="{FF2B5EF4-FFF2-40B4-BE49-F238E27FC236}">
                      <a16:creationId xmlns:a16="http://schemas.microsoft.com/office/drawing/2014/main" id="{886A890E-54C3-671E-8284-AB21E1D9E80F}"/>
                    </a:ext>
                  </a:extLst>
                </p:cNvPr>
                <p:cNvGrpSpPr/>
                <p:nvPr userDrawn="1"/>
              </p:nvGrpSpPr>
              <p:grpSpPr>
                <a:xfrm>
                  <a:off x="6624881" y="4745337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306" name="Oval 1305">
                    <a:extLst>
                      <a:ext uri="{FF2B5EF4-FFF2-40B4-BE49-F238E27FC236}">
                        <a16:creationId xmlns:a16="http://schemas.microsoft.com/office/drawing/2014/main" id="{8EC3E0D0-95EA-1B46-912C-1C3E47ED87D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07" name="Oval 1306">
                    <a:extLst>
                      <a:ext uri="{FF2B5EF4-FFF2-40B4-BE49-F238E27FC236}">
                        <a16:creationId xmlns:a16="http://schemas.microsoft.com/office/drawing/2014/main" id="{1807EFE4-3F1D-F50D-18F9-286D4F157B2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08" name="Oval 1307">
                    <a:extLst>
                      <a:ext uri="{FF2B5EF4-FFF2-40B4-BE49-F238E27FC236}">
                        <a16:creationId xmlns:a16="http://schemas.microsoft.com/office/drawing/2014/main" id="{E5CF1F23-0DD8-7AF1-4C8D-B5732867890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09" name="Oval 1308">
                    <a:extLst>
                      <a:ext uri="{FF2B5EF4-FFF2-40B4-BE49-F238E27FC236}">
                        <a16:creationId xmlns:a16="http://schemas.microsoft.com/office/drawing/2014/main" id="{83141944-3C24-B779-9ECF-CDAD20D6CD0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10" name="Oval 1309">
                    <a:extLst>
                      <a:ext uri="{FF2B5EF4-FFF2-40B4-BE49-F238E27FC236}">
                        <a16:creationId xmlns:a16="http://schemas.microsoft.com/office/drawing/2014/main" id="{465AE675-5B93-C5CA-4A7C-F3293E22319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11" name="Oval 1310">
                    <a:extLst>
                      <a:ext uri="{FF2B5EF4-FFF2-40B4-BE49-F238E27FC236}">
                        <a16:creationId xmlns:a16="http://schemas.microsoft.com/office/drawing/2014/main" id="{4608F1BF-CEBA-D28B-5321-FDA43F63F36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299" name="Group 1298">
                  <a:extLst>
                    <a:ext uri="{FF2B5EF4-FFF2-40B4-BE49-F238E27FC236}">
                      <a16:creationId xmlns:a16="http://schemas.microsoft.com/office/drawing/2014/main" id="{7156BCD0-E776-3D46-C88B-4FAF5E7BC01B}"/>
                    </a:ext>
                  </a:extLst>
                </p:cNvPr>
                <p:cNvGrpSpPr/>
                <p:nvPr userDrawn="1"/>
              </p:nvGrpSpPr>
              <p:grpSpPr>
                <a:xfrm>
                  <a:off x="7345737" y="4745336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300" name="Oval 1299">
                    <a:extLst>
                      <a:ext uri="{FF2B5EF4-FFF2-40B4-BE49-F238E27FC236}">
                        <a16:creationId xmlns:a16="http://schemas.microsoft.com/office/drawing/2014/main" id="{635CAD1E-3C1E-FDD8-3E20-E14015C0E62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01" name="Oval 1300">
                    <a:extLst>
                      <a:ext uri="{FF2B5EF4-FFF2-40B4-BE49-F238E27FC236}">
                        <a16:creationId xmlns:a16="http://schemas.microsoft.com/office/drawing/2014/main" id="{AA790A90-157E-76A1-25A1-7BE576C3F69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02" name="Oval 1301">
                    <a:extLst>
                      <a:ext uri="{FF2B5EF4-FFF2-40B4-BE49-F238E27FC236}">
                        <a16:creationId xmlns:a16="http://schemas.microsoft.com/office/drawing/2014/main" id="{2888F999-3484-4FC1-7795-99E616C8B7E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03" name="Oval 1302">
                    <a:extLst>
                      <a:ext uri="{FF2B5EF4-FFF2-40B4-BE49-F238E27FC236}">
                        <a16:creationId xmlns:a16="http://schemas.microsoft.com/office/drawing/2014/main" id="{754CA6D6-7136-2857-E257-F46308FE127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04" name="Oval 1303">
                    <a:extLst>
                      <a:ext uri="{FF2B5EF4-FFF2-40B4-BE49-F238E27FC236}">
                        <a16:creationId xmlns:a16="http://schemas.microsoft.com/office/drawing/2014/main" id="{C39A4C8C-FEAA-4C64-49F9-FAB6EB30754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05" name="Oval 1304">
                    <a:extLst>
                      <a:ext uri="{FF2B5EF4-FFF2-40B4-BE49-F238E27FC236}">
                        <a16:creationId xmlns:a16="http://schemas.microsoft.com/office/drawing/2014/main" id="{C03022A0-15B8-89E1-5E40-B7BF13A4111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293" name="Oval 1292">
                <a:extLst>
                  <a:ext uri="{FF2B5EF4-FFF2-40B4-BE49-F238E27FC236}">
                    <a16:creationId xmlns:a16="http://schemas.microsoft.com/office/drawing/2014/main" id="{7252E5A0-97D7-691F-7F20-9C1B17791028}"/>
                  </a:ext>
                </a:extLst>
              </p:cNvPr>
              <p:cNvSpPr/>
              <p:nvPr/>
            </p:nvSpPr>
            <p:spPr>
              <a:xfrm rot="16200000">
                <a:off x="3454592" y="507437"/>
                <a:ext cx="86010" cy="860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latin typeface="Kalinga" panose="020B0502040204020203" pitchFamily="34" charset="0"/>
                </a:endParaRPr>
              </a:p>
            </p:txBody>
          </p:sp>
        </p:grpSp>
        <p:sp>
          <p:nvSpPr>
            <p:cNvPr id="1290" name="Oval 1289">
              <a:extLst>
                <a:ext uri="{FF2B5EF4-FFF2-40B4-BE49-F238E27FC236}">
                  <a16:creationId xmlns:a16="http://schemas.microsoft.com/office/drawing/2014/main" id="{C463DFC9-8816-37EB-B14A-308A44368234}"/>
                </a:ext>
              </a:extLst>
            </p:cNvPr>
            <p:cNvSpPr/>
            <p:nvPr/>
          </p:nvSpPr>
          <p:spPr>
            <a:xfrm rot="16200000">
              <a:off x="9615959" y="747319"/>
              <a:ext cx="86010" cy="860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  <p:sp>
          <p:nvSpPr>
            <p:cNvPr id="1291" name="Oval 1290">
              <a:extLst>
                <a:ext uri="{FF2B5EF4-FFF2-40B4-BE49-F238E27FC236}">
                  <a16:creationId xmlns:a16="http://schemas.microsoft.com/office/drawing/2014/main" id="{96343C2E-4FAF-83F0-9DB5-9C4AF5B03BD3}"/>
                </a:ext>
              </a:extLst>
            </p:cNvPr>
            <p:cNvSpPr/>
            <p:nvPr/>
          </p:nvSpPr>
          <p:spPr>
            <a:xfrm rot="16200000">
              <a:off x="8159785" y="738907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</p:grpSp>
      <p:grpSp>
        <p:nvGrpSpPr>
          <p:cNvPr id="1332" name="Group 1331">
            <a:extLst>
              <a:ext uri="{FF2B5EF4-FFF2-40B4-BE49-F238E27FC236}">
                <a16:creationId xmlns:a16="http://schemas.microsoft.com/office/drawing/2014/main" id="{AF3C0146-7A0C-76A3-7625-25E206834D09}"/>
              </a:ext>
            </a:extLst>
          </p:cNvPr>
          <p:cNvGrpSpPr/>
          <p:nvPr/>
        </p:nvGrpSpPr>
        <p:grpSpPr>
          <a:xfrm>
            <a:off x="3072397" y="4252250"/>
            <a:ext cx="3038545" cy="94422"/>
            <a:chOff x="8159784" y="738908"/>
            <a:chExt cx="3038545" cy="94422"/>
          </a:xfrm>
          <a:solidFill>
            <a:schemeClr val="accent6"/>
          </a:solidFill>
        </p:grpSpPr>
        <p:grpSp>
          <p:nvGrpSpPr>
            <p:cNvPr id="1333" name="Group 1332">
              <a:extLst>
                <a:ext uri="{FF2B5EF4-FFF2-40B4-BE49-F238E27FC236}">
                  <a16:creationId xmlns:a16="http://schemas.microsoft.com/office/drawing/2014/main" id="{B02F3E5A-E414-E1CA-4169-55D4807B4748}"/>
                </a:ext>
              </a:extLst>
            </p:cNvPr>
            <p:cNvGrpSpPr/>
            <p:nvPr/>
          </p:nvGrpSpPr>
          <p:grpSpPr>
            <a:xfrm>
              <a:off x="8299346" y="738908"/>
              <a:ext cx="2898983" cy="91457"/>
              <a:chOff x="641620" y="507438"/>
              <a:chExt cx="2898983" cy="91457"/>
            </a:xfrm>
            <a:grpFill/>
          </p:grpSpPr>
          <p:grpSp>
            <p:nvGrpSpPr>
              <p:cNvPr id="1336" name="Group 1335">
                <a:extLst>
                  <a:ext uri="{FF2B5EF4-FFF2-40B4-BE49-F238E27FC236}">
                    <a16:creationId xmlns:a16="http://schemas.microsoft.com/office/drawing/2014/main" id="{65F85CC6-A9CC-F699-3586-D69B148BA6A6}"/>
                  </a:ext>
                </a:extLst>
              </p:cNvPr>
              <p:cNvGrpSpPr/>
              <p:nvPr/>
            </p:nvGrpSpPr>
            <p:grpSpPr>
              <a:xfrm>
                <a:off x="641620" y="512880"/>
                <a:ext cx="2717898" cy="86015"/>
                <a:chOff x="5133887" y="4714490"/>
                <a:chExt cx="2717898" cy="86015"/>
              </a:xfrm>
              <a:grpFill/>
            </p:grpSpPr>
            <p:grpSp>
              <p:nvGrpSpPr>
                <p:cNvPr id="1338" name="Group 1337">
                  <a:extLst>
                    <a:ext uri="{FF2B5EF4-FFF2-40B4-BE49-F238E27FC236}">
                      <a16:creationId xmlns:a16="http://schemas.microsoft.com/office/drawing/2014/main" id="{C13A5906-E559-751F-F2CC-3E5C959C77CE}"/>
                    </a:ext>
                  </a:extLst>
                </p:cNvPr>
                <p:cNvGrpSpPr/>
                <p:nvPr userDrawn="1"/>
              </p:nvGrpSpPr>
              <p:grpSpPr>
                <a:xfrm rot="16200000">
                  <a:off x="6462328" y="3969356"/>
                  <a:ext cx="86015" cy="1576283"/>
                  <a:chOff x="3213109" y="4913556"/>
                  <a:chExt cx="142357" cy="2608756"/>
                </a:xfrm>
                <a:grpFill/>
              </p:grpSpPr>
              <p:sp>
                <p:nvSpPr>
                  <p:cNvPr id="1374" name="Oval 1373">
                    <a:extLst>
                      <a:ext uri="{FF2B5EF4-FFF2-40B4-BE49-F238E27FC236}">
                        <a16:creationId xmlns:a16="http://schemas.microsoft.com/office/drawing/2014/main" id="{40D26198-7134-2A12-AFA2-9CF7EF4B998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09" y="4913556"/>
                    <a:ext cx="142349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75" name="Oval 1374">
                    <a:extLst>
                      <a:ext uri="{FF2B5EF4-FFF2-40B4-BE49-F238E27FC236}">
                        <a16:creationId xmlns:a16="http://schemas.microsoft.com/office/drawing/2014/main" id="{1D1079DB-0134-A8DE-DC7E-8F4245EEBAF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18" y="7379962"/>
                    <a:ext cx="142348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339" name="Group 1338">
                  <a:extLst>
                    <a:ext uri="{FF2B5EF4-FFF2-40B4-BE49-F238E27FC236}">
                      <a16:creationId xmlns:a16="http://schemas.microsoft.com/office/drawing/2014/main" id="{DA351E0B-FF46-BA7B-2290-6AB5F64BA12F}"/>
                    </a:ext>
                  </a:extLst>
                </p:cNvPr>
                <p:cNvGrpSpPr/>
                <p:nvPr userDrawn="1"/>
              </p:nvGrpSpPr>
              <p:grpSpPr>
                <a:xfrm>
                  <a:off x="5133887" y="4748324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368" name="Oval 1367">
                    <a:extLst>
                      <a:ext uri="{FF2B5EF4-FFF2-40B4-BE49-F238E27FC236}">
                        <a16:creationId xmlns:a16="http://schemas.microsoft.com/office/drawing/2014/main" id="{A213763C-7298-6697-F901-F58B14D790E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69" name="Oval 1368">
                    <a:extLst>
                      <a:ext uri="{FF2B5EF4-FFF2-40B4-BE49-F238E27FC236}">
                        <a16:creationId xmlns:a16="http://schemas.microsoft.com/office/drawing/2014/main" id="{BC800ABC-8C72-A620-F1FE-720727F9379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70" name="Oval 1369">
                    <a:extLst>
                      <a:ext uri="{FF2B5EF4-FFF2-40B4-BE49-F238E27FC236}">
                        <a16:creationId xmlns:a16="http://schemas.microsoft.com/office/drawing/2014/main" id="{E5CE5FFF-1A1D-5701-09A7-A6AF15555F1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71" name="Oval 1370">
                    <a:extLst>
                      <a:ext uri="{FF2B5EF4-FFF2-40B4-BE49-F238E27FC236}">
                        <a16:creationId xmlns:a16="http://schemas.microsoft.com/office/drawing/2014/main" id="{22AF25B4-1E26-949A-803D-B229B05F2CC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72" name="Oval 1371">
                    <a:extLst>
                      <a:ext uri="{FF2B5EF4-FFF2-40B4-BE49-F238E27FC236}">
                        <a16:creationId xmlns:a16="http://schemas.microsoft.com/office/drawing/2014/main" id="{3844B332-7A5C-3C60-B5B3-570C616024B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73" name="Oval 1372">
                    <a:extLst>
                      <a:ext uri="{FF2B5EF4-FFF2-40B4-BE49-F238E27FC236}">
                        <a16:creationId xmlns:a16="http://schemas.microsoft.com/office/drawing/2014/main" id="{44348731-FBB5-B2CC-4CD0-7905B415BA7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340" name="Group 1339">
                  <a:extLst>
                    <a:ext uri="{FF2B5EF4-FFF2-40B4-BE49-F238E27FC236}">
                      <a16:creationId xmlns:a16="http://schemas.microsoft.com/office/drawing/2014/main" id="{D36ADE6D-EB99-B644-819D-5A73F87658BE}"/>
                    </a:ext>
                  </a:extLst>
                </p:cNvPr>
                <p:cNvGrpSpPr/>
                <p:nvPr userDrawn="1"/>
              </p:nvGrpSpPr>
              <p:grpSpPr>
                <a:xfrm>
                  <a:off x="5134607" y="4745339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362" name="Oval 1361">
                    <a:extLst>
                      <a:ext uri="{FF2B5EF4-FFF2-40B4-BE49-F238E27FC236}">
                        <a16:creationId xmlns:a16="http://schemas.microsoft.com/office/drawing/2014/main" id="{38643527-DA87-6BA6-BCC6-41B2DA3F34A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63" name="Oval 1362">
                    <a:extLst>
                      <a:ext uri="{FF2B5EF4-FFF2-40B4-BE49-F238E27FC236}">
                        <a16:creationId xmlns:a16="http://schemas.microsoft.com/office/drawing/2014/main" id="{6F93F7CD-847D-1AAF-A528-ECFC59E6C8B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64" name="Oval 1363">
                    <a:extLst>
                      <a:ext uri="{FF2B5EF4-FFF2-40B4-BE49-F238E27FC236}">
                        <a16:creationId xmlns:a16="http://schemas.microsoft.com/office/drawing/2014/main" id="{AE36F546-D615-5F7B-F66B-4AB1EB63F84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65" name="Oval 1364">
                    <a:extLst>
                      <a:ext uri="{FF2B5EF4-FFF2-40B4-BE49-F238E27FC236}">
                        <a16:creationId xmlns:a16="http://schemas.microsoft.com/office/drawing/2014/main" id="{E3DBD310-6A32-CE83-ABBB-5B1D00CB808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66" name="Oval 1365">
                    <a:extLst>
                      <a:ext uri="{FF2B5EF4-FFF2-40B4-BE49-F238E27FC236}">
                        <a16:creationId xmlns:a16="http://schemas.microsoft.com/office/drawing/2014/main" id="{27CA39E3-9765-102D-6F6C-B85106AAEC4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67" name="Oval 1366">
                    <a:extLst>
                      <a:ext uri="{FF2B5EF4-FFF2-40B4-BE49-F238E27FC236}">
                        <a16:creationId xmlns:a16="http://schemas.microsoft.com/office/drawing/2014/main" id="{FA0528EF-ACED-80D3-EFCB-BE260199A85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341" name="Group 1340">
                  <a:extLst>
                    <a:ext uri="{FF2B5EF4-FFF2-40B4-BE49-F238E27FC236}">
                      <a16:creationId xmlns:a16="http://schemas.microsoft.com/office/drawing/2014/main" id="{76BE39F7-360C-C970-04FA-AC3B0A01B842}"/>
                    </a:ext>
                  </a:extLst>
                </p:cNvPr>
                <p:cNvGrpSpPr/>
                <p:nvPr userDrawn="1"/>
              </p:nvGrpSpPr>
              <p:grpSpPr>
                <a:xfrm>
                  <a:off x="5879744" y="4745338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356" name="Oval 1355">
                    <a:extLst>
                      <a:ext uri="{FF2B5EF4-FFF2-40B4-BE49-F238E27FC236}">
                        <a16:creationId xmlns:a16="http://schemas.microsoft.com/office/drawing/2014/main" id="{6F4A5D56-B813-55B3-4215-1F5A12C7AA8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57" name="Oval 1356">
                    <a:extLst>
                      <a:ext uri="{FF2B5EF4-FFF2-40B4-BE49-F238E27FC236}">
                        <a16:creationId xmlns:a16="http://schemas.microsoft.com/office/drawing/2014/main" id="{2C2400DD-4C3D-3659-4763-AD369F4FFD2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58" name="Oval 1357">
                    <a:extLst>
                      <a:ext uri="{FF2B5EF4-FFF2-40B4-BE49-F238E27FC236}">
                        <a16:creationId xmlns:a16="http://schemas.microsoft.com/office/drawing/2014/main" id="{BD27B14D-CA42-6A8A-4703-BDC618502A7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59" name="Oval 1358">
                    <a:extLst>
                      <a:ext uri="{FF2B5EF4-FFF2-40B4-BE49-F238E27FC236}">
                        <a16:creationId xmlns:a16="http://schemas.microsoft.com/office/drawing/2014/main" id="{AFB73367-EF87-DEA9-E03F-18D7C2470C4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60" name="Oval 1359">
                    <a:extLst>
                      <a:ext uri="{FF2B5EF4-FFF2-40B4-BE49-F238E27FC236}">
                        <a16:creationId xmlns:a16="http://schemas.microsoft.com/office/drawing/2014/main" id="{220EDDE5-4E45-AF48-4DA7-0D97C89DA2D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61" name="Oval 1360">
                    <a:extLst>
                      <a:ext uri="{FF2B5EF4-FFF2-40B4-BE49-F238E27FC236}">
                        <a16:creationId xmlns:a16="http://schemas.microsoft.com/office/drawing/2014/main" id="{6FB00DA8-8BBB-996A-1920-B5A5ACEF0AE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342" name="Group 1341">
                  <a:extLst>
                    <a:ext uri="{FF2B5EF4-FFF2-40B4-BE49-F238E27FC236}">
                      <a16:creationId xmlns:a16="http://schemas.microsoft.com/office/drawing/2014/main" id="{151728BF-2FB6-593A-3F25-A4E2314C706A}"/>
                    </a:ext>
                  </a:extLst>
                </p:cNvPr>
                <p:cNvGrpSpPr/>
                <p:nvPr userDrawn="1"/>
              </p:nvGrpSpPr>
              <p:grpSpPr>
                <a:xfrm>
                  <a:off x="6624881" y="4745337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350" name="Oval 1349">
                    <a:extLst>
                      <a:ext uri="{FF2B5EF4-FFF2-40B4-BE49-F238E27FC236}">
                        <a16:creationId xmlns:a16="http://schemas.microsoft.com/office/drawing/2014/main" id="{69B8077F-C2BD-89F8-498D-C364820D7C5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51" name="Oval 1350">
                    <a:extLst>
                      <a:ext uri="{FF2B5EF4-FFF2-40B4-BE49-F238E27FC236}">
                        <a16:creationId xmlns:a16="http://schemas.microsoft.com/office/drawing/2014/main" id="{BFBD0708-EDAF-A8C9-18A3-A23730DE9E5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52" name="Oval 1351">
                    <a:extLst>
                      <a:ext uri="{FF2B5EF4-FFF2-40B4-BE49-F238E27FC236}">
                        <a16:creationId xmlns:a16="http://schemas.microsoft.com/office/drawing/2014/main" id="{9AAA822C-642B-90D4-66CF-4ADCE379C4E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53" name="Oval 1352">
                    <a:extLst>
                      <a:ext uri="{FF2B5EF4-FFF2-40B4-BE49-F238E27FC236}">
                        <a16:creationId xmlns:a16="http://schemas.microsoft.com/office/drawing/2014/main" id="{6449A8D7-30B4-4E4A-4791-CBA4C3F76CA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54" name="Oval 1353">
                    <a:extLst>
                      <a:ext uri="{FF2B5EF4-FFF2-40B4-BE49-F238E27FC236}">
                        <a16:creationId xmlns:a16="http://schemas.microsoft.com/office/drawing/2014/main" id="{A98B5AD1-A54E-4495-AFA1-D3DAC0B5DE8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55" name="Oval 1354">
                    <a:extLst>
                      <a:ext uri="{FF2B5EF4-FFF2-40B4-BE49-F238E27FC236}">
                        <a16:creationId xmlns:a16="http://schemas.microsoft.com/office/drawing/2014/main" id="{1F5144BA-67CF-08CB-1DE5-703CF0DD1E3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343" name="Group 1342">
                  <a:extLst>
                    <a:ext uri="{FF2B5EF4-FFF2-40B4-BE49-F238E27FC236}">
                      <a16:creationId xmlns:a16="http://schemas.microsoft.com/office/drawing/2014/main" id="{C2D2ABB7-F213-019D-8555-54770DB76295}"/>
                    </a:ext>
                  </a:extLst>
                </p:cNvPr>
                <p:cNvGrpSpPr/>
                <p:nvPr userDrawn="1"/>
              </p:nvGrpSpPr>
              <p:grpSpPr>
                <a:xfrm>
                  <a:off x="7345737" y="4745336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344" name="Oval 1343">
                    <a:extLst>
                      <a:ext uri="{FF2B5EF4-FFF2-40B4-BE49-F238E27FC236}">
                        <a16:creationId xmlns:a16="http://schemas.microsoft.com/office/drawing/2014/main" id="{2962B5D1-30CD-1656-2A59-FDA04F94667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45" name="Oval 1344">
                    <a:extLst>
                      <a:ext uri="{FF2B5EF4-FFF2-40B4-BE49-F238E27FC236}">
                        <a16:creationId xmlns:a16="http://schemas.microsoft.com/office/drawing/2014/main" id="{611D57B5-14F6-1F79-8E02-10C65F7F7FB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46" name="Oval 1345">
                    <a:extLst>
                      <a:ext uri="{FF2B5EF4-FFF2-40B4-BE49-F238E27FC236}">
                        <a16:creationId xmlns:a16="http://schemas.microsoft.com/office/drawing/2014/main" id="{04520D5D-7B4B-CBE3-1CDD-2C8B7DC9811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47" name="Oval 1346">
                    <a:extLst>
                      <a:ext uri="{FF2B5EF4-FFF2-40B4-BE49-F238E27FC236}">
                        <a16:creationId xmlns:a16="http://schemas.microsoft.com/office/drawing/2014/main" id="{B463B93E-C5DF-6397-D49A-E8D31FC0A55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48" name="Oval 1347">
                    <a:extLst>
                      <a:ext uri="{FF2B5EF4-FFF2-40B4-BE49-F238E27FC236}">
                        <a16:creationId xmlns:a16="http://schemas.microsoft.com/office/drawing/2014/main" id="{250A2772-D74B-A44F-5824-08991922986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49" name="Oval 1348">
                    <a:extLst>
                      <a:ext uri="{FF2B5EF4-FFF2-40B4-BE49-F238E27FC236}">
                        <a16:creationId xmlns:a16="http://schemas.microsoft.com/office/drawing/2014/main" id="{1AE6C9B6-EA72-3F19-D7F1-C418C5525AF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337" name="Oval 1336">
                <a:extLst>
                  <a:ext uri="{FF2B5EF4-FFF2-40B4-BE49-F238E27FC236}">
                    <a16:creationId xmlns:a16="http://schemas.microsoft.com/office/drawing/2014/main" id="{D72EDF91-74E3-9F03-C090-37C3478C4336}"/>
                  </a:ext>
                </a:extLst>
              </p:cNvPr>
              <p:cNvSpPr/>
              <p:nvPr/>
            </p:nvSpPr>
            <p:spPr>
              <a:xfrm rot="16200000">
                <a:off x="3454592" y="507437"/>
                <a:ext cx="86010" cy="860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latin typeface="Kalinga" panose="020B0502040204020203" pitchFamily="34" charset="0"/>
                </a:endParaRPr>
              </a:p>
            </p:txBody>
          </p:sp>
        </p:grpSp>
        <p:sp>
          <p:nvSpPr>
            <p:cNvPr id="1334" name="Oval 1333">
              <a:extLst>
                <a:ext uri="{FF2B5EF4-FFF2-40B4-BE49-F238E27FC236}">
                  <a16:creationId xmlns:a16="http://schemas.microsoft.com/office/drawing/2014/main" id="{CB1326C1-BB11-E8D8-7D79-1F0C04F426CB}"/>
                </a:ext>
              </a:extLst>
            </p:cNvPr>
            <p:cNvSpPr/>
            <p:nvPr/>
          </p:nvSpPr>
          <p:spPr>
            <a:xfrm rot="16200000">
              <a:off x="9615959" y="747319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solidFill>
                  <a:srgbClr val="6FB2A6"/>
                </a:solidFill>
                <a:latin typeface="Kalinga" panose="020B0502040204020203" pitchFamily="34" charset="0"/>
              </a:endParaRPr>
            </a:p>
          </p:txBody>
        </p:sp>
        <p:sp>
          <p:nvSpPr>
            <p:cNvPr id="1335" name="Oval 1334">
              <a:extLst>
                <a:ext uri="{FF2B5EF4-FFF2-40B4-BE49-F238E27FC236}">
                  <a16:creationId xmlns:a16="http://schemas.microsoft.com/office/drawing/2014/main" id="{C0578B78-4CD6-A845-4A3B-5B21C4DCA754}"/>
                </a:ext>
              </a:extLst>
            </p:cNvPr>
            <p:cNvSpPr/>
            <p:nvPr/>
          </p:nvSpPr>
          <p:spPr>
            <a:xfrm rot="16200000">
              <a:off x="8159785" y="738907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</p:grpSp>
      <p:grpSp>
        <p:nvGrpSpPr>
          <p:cNvPr id="1376" name="Group 1375">
            <a:extLst>
              <a:ext uri="{FF2B5EF4-FFF2-40B4-BE49-F238E27FC236}">
                <a16:creationId xmlns:a16="http://schemas.microsoft.com/office/drawing/2014/main" id="{AEFDD2B5-E3D7-86A9-4149-30CB25544429}"/>
              </a:ext>
            </a:extLst>
          </p:cNvPr>
          <p:cNvGrpSpPr/>
          <p:nvPr/>
        </p:nvGrpSpPr>
        <p:grpSpPr>
          <a:xfrm>
            <a:off x="6029167" y="3446636"/>
            <a:ext cx="3038545" cy="94422"/>
            <a:chOff x="8159784" y="738908"/>
            <a:chExt cx="3038545" cy="94422"/>
          </a:xfrm>
          <a:solidFill>
            <a:schemeClr val="accent6"/>
          </a:solidFill>
        </p:grpSpPr>
        <p:grpSp>
          <p:nvGrpSpPr>
            <p:cNvPr id="1377" name="Group 1376">
              <a:extLst>
                <a:ext uri="{FF2B5EF4-FFF2-40B4-BE49-F238E27FC236}">
                  <a16:creationId xmlns:a16="http://schemas.microsoft.com/office/drawing/2014/main" id="{D5524D05-5682-A1FF-EE8E-1F2F781A1973}"/>
                </a:ext>
              </a:extLst>
            </p:cNvPr>
            <p:cNvGrpSpPr/>
            <p:nvPr/>
          </p:nvGrpSpPr>
          <p:grpSpPr>
            <a:xfrm>
              <a:off x="8299346" y="738908"/>
              <a:ext cx="2898983" cy="91457"/>
              <a:chOff x="641620" y="507438"/>
              <a:chExt cx="2898983" cy="91457"/>
            </a:xfrm>
            <a:grpFill/>
          </p:grpSpPr>
          <p:grpSp>
            <p:nvGrpSpPr>
              <p:cNvPr id="1380" name="Group 1379">
                <a:extLst>
                  <a:ext uri="{FF2B5EF4-FFF2-40B4-BE49-F238E27FC236}">
                    <a16:creationId xmlns:a16="http://schemas.microsoft.com/office/drawing/2014/main" id="{AD596127-570B-769E-F548-DAA717405534}"/>
                  </a:ext>
                </a:extLst>
              </p:cNvPr>
              <p:cNvGrpSpPr/>
              <p:nvPr/>
            </p:nvGrpSpPr>
            <p:grpSpPr>
              <a:xfrm>
                <a:off x="641620" y="512880"/>
                <a:ext cx="2717898" cy="86015"/>
                <a:chOff x="5133887" y="4714490"/>
                <a:chExt cx="2717898" cy="86015"/>
              </a:xfrm>
              <a:grpFill/>
            </p:grpSpPr>
            <p:grpSp>
              <p:nvGrpSpPr>
                <p:cNvPr id="1382" name="Group 1381">
                  <a:extLst>
                    <a:ext uri="{FF2B5EF4-FFF2-40B4-BE49-F238E27FC236}">
                      <a16:creationId xmlns:a16="http://schemas.microsoft.com/office/drawing/2014/main" id="{E3E23137-5160-0094-523B-5A834EBF48F0}"/>
                    </a:ext>
                  </a:extLst>
                </p:cNvPr>
                <p:cNvGrpSpPr/>
                <p:nvPr userDrawn="1"/>
              </p:nvGrpSpPr>
              <p:grpSpPr>
                <a:xfrm rot="16200000">
                  <a:off x="6462328" y="3969356"/>
                  <a:ext cx="86015" cy="1576283"/>
                  <a:chOff x="3213109" y="4913556"/>
                  <a:chExt cx="142357" cy="2608756"/>
                </a:xfrm>
                <a:grpFill/>
              </p:grpSpPr>
              <p:sp>
                <p:nvSpPr>
                  <p:cNvPr id="1418" name="Oval 1417">
                    <a:extLst>
                      <a:ext uri="{FF2B5EF4-FFF2-40B4-BE49-F238E27FC236}">
                        <a16:creationId xmlns:a16="http://schemas.microsoft.com/office/drawing/2014/main" id="{0F22133E-D5E6-6F48-B6C3-F915713152F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09" y="4913556"/>
                    <a:ext cx="142349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19" name="Oval 1418">
                    <a:extLst>
                      <a:ext uri="{FF2B5EF4-FFF2-40B4-BE49-F238E27FC236}">
                        <a16:creationId xmlns:a16="http://schemas.microsoft.com/office/drawing/2014/main" id="{A042BE94-4DE3-77C2-0807-1CCEEE61C4B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18" y="7379962"/>
                    <a:ext cx="142348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383" name="Group 1382">
                  <a:extLst>
                    <a:ext uri="{FF2B5EF4-FFF2-40B4-BE49-F238E27FC236}">
                      <a16:creationId xmlns:a16="http://schemas.microsoft.com/office/drawing/2014/main" id="{EB348D3F-05A1-CC63-708C-2B234CB85303}"/>
                    </a:ext>
                  </a:extLst>
                </p:cNvPr>
                <p:cNvGrpSpPr/>
                <p:nvPr userDrawn="1"/>
              </p:nvGrpSpPr>
              <p:grpSpPr>
                <a:xfrm>
                  <a:off x="5133887" y="4748324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412" name="Oval 1411">
                    <a:extLst>
                      <a:ext uri="{FF2B5EF4-FFF2-40B4-BE49-F238E27FC236}">
                        <a16:creationId xmlns:a16="http://schemas.microsoft.com/office/drawing/2014/main" id="{2E6B9302-F32B-6BFE-91C4-AE2B8E1EF00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13" name="Oval 1412">
                    <a:extLst>
                      <a:ext uri="{FF2B5EF4-FFF2-40B4-BE49-F238E27FC236}">
                        <a16:creationId xmlns:a16="http://schemas.microsoft.com/office/drawing/2014/main" id="{C3CECA64-4440-FC5C-462B-9B8DF13D597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14" name="Oval 1413">
                    <a:extLst>
                      <a:ext uri="{FF2B5EF4-FFF2-40B4-BE49-F238E27FC236}">
                        <a16:creationId xmlns:a16="http://schemas.microsoft.com/office/drawing/2014/main" id="{26A714E4-72AD-2E53-FC52-2897741AF85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15" name="Oval 1414">
                    <a:extLst>
                      <a:ext uri="{FF2B5EF4-FFF2-40B4-BE49-F238E27FC236}">
                        <a16:creationId xmlns:a16="http://schemas.microsoft.com/office/drawing/2014/main" id="{9C1FDF05-500D-2779-9C71-8E2A94D3722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16" name="Oval 1415">
                    <a:extLst>
                      <a:ext uri="{FF2B5EF4-FFF2-40B4-BE49-F238E27FC236}">
                        <a16:creationId xmlns:a16="http://schemas.microsoft.com/office/drawing/2014/main" id="{0F25FD50-DFF0-AFC5-D3E8-C55292020F3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17" name="Oval 1416">
                    <a:extLst>
                      <a:ext uri="{FF2B5EF4-FFF2-40B4-BE49-F238E27FC236}">
                        <a16:creationId xmlns:a16="http://schemas.microsoft.com/office/drawing/2014/main" id="{346396D0-01ED-964B-0B3B-82E80D0D811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384" name="Group 1383">
                  <a:extLst>
                    <a:ext uri="{FF2B5EF4-FFF2-40B4-BE49-F238E27FC236}">
                      <a16:creationId xmlns:a16="http://schemas.microsoft.com/office/drawing/2014/main" id="{F4284CC7-3E1E-1C77-6958-3A4701422579}"/>
                    </a:ext>
                  </a:extLst>
                </p:cNvPr>
                <p:cNvGrpSpPr/>
                <p:nvPr userDrawn="1"/>
              </p:nvGrpSpPr>
              <p:grpSpPr>
                <a:xfrm>
                  <a:off x="5134607" y="4745339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406" name="Oval 1405">
                    <a:extLst>
                      <a:ext uri="{FF2B5EF4-FFF2-40B4-BE49-F238E27FC236}">
                        <a16:creationId xmlns:a16="http://schemas.microsoft.com/office/drawing/2014/main" id="{58A9592A-E462-7CB3-55A8-2E1B8A27D37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07" name="Oval 1406">
                    <a:extLst>
                      <a:ext uri="{FF2B5EF4-FFF2-40B4-BE49-F238E27FC236}">
                        <a16:creationId xmlns:a16="http://schemas.microsoft.com/office/drawing/2014/main" id="{9043D08A-5A31-017B-1F16-5306E805018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08" name="Oval 1407">
                    <a:extLst>
                      <a:ext uri="{FF2B5EF4-FFF2-40B4-BE49-F238E27FC236}">
                        <a16:creationId xmlns:a16="http://schemas.microsoft.com/office/drawing/2014/main" id="{984C36CA-6AF9-7070-B17B-7D3773F2D54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09" name="Oval 1408">
                    <a:extLst>
                      <a:ext uri="{FF2B5EF4-FFF2-40B4-BE49-F238E27FC236}">
                        <a16:creationId xmlns:a16="http://schemas.microsoft.com/office/drawing/2014/main" id="{0A54D178-66B7-5C27-2C60-CFEE440CD27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10" name="Oval 1409">
                    <a:extLst>
                      <a:ext uri="{FF2B5EF4-FFF2-40B4-BE49-F238E27FC236}">
                        <a16:creationId xmlns:a16="http://schemas.microsoft.com/office/drawing/2014/main" id="{F432C386-C004-8543-430D-E697292591B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11" name="Oval 1410">
                    <a:extLst>
                      <a:ext uri="{FF2B5EF4-FFF2-40B4-BE49-F238E27FC236}">
                        <a16:creationId xmlns:a16="http://schemas.microsoft.com/office/drawing/2014/main" id="{958F3012-AC05-008B-402A-9FF2085C54B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385" name="Group 1384">
                  <a:extLst>
                    <a:ext uri="{FF2B5EF4-FFF2-40B4-BE49-F238E27FC236}">
                      <a16:creationId xmlns:a16="http://schemas.microsoft.com/office/drawing/2014/main" id="{B5B2CFFB-8241-958D-45EE-E3D2EC0FC076}"/>
                    </a:ext>
                  </a:extLst>
                </p:cNvPr>
                <p:cNvGrpSpPr/>
                <p:nvPr userDrawn="1"/>
              </p:nvGrpSpPr>
              <p:grpSpPr>
                <a:xfrm>
                  <a:off x="5879744" y="4745338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400" name="Oval 1399">
                    <a:extLst>
                      <a:ext uri="{FF2B5EF4-FFF2-40B4-BE49-F238E27FC236}">
                        <a16:creationId xmlns:a16="http://schemas.microsoft.com/office/drawing/2014/main" id="{1A1EEE1A-3FE7-ED22-388C-D3D9A01780C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01" name="Oval 1400">
                    <a:extLst>
                      <a:ext uri="{FF2B5EF4-FFF2-40B4-BE49-F238E27FC236}">
                        <a16:creationId xmlns:a16="http://schemas.microsoft.com/office/drawing/2014/main" id="{996D001B-4D77-E962-E9AB-FD856525BF5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02" name="Oval 1401">
                    <a:extLst>
                      <a:ext uri="{FF2B5EF4-FFF2-40B4-BE49-F238E27FC236}">
                        <a16:creationId xmlns:a16="http://schemas.microsoft.com/office/drawing/2014/main" id="{25D35360-E13A-40E3-C91D-D7D31108829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03" name="Oval 1402">
                    <a:extLst>
                      <a:ext uri="{FF2B5EF4-FFF2-40B4-BE49-F238E27FC236}">
                        <a16:creationId xmlns:a16="http://schemas.microsoft.com/office/drawing/2014/main" id="{4EAA737A-24FC-1556-9F06-F6C3D99C0EF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04" name="Oval 1403">
                    <a:extLst>
                      <a:ext uri="{FF2B5EF4-FFF2-40B4-BE49-F238E27FC236}">
                        <a16:creationId xmlns:a16="http://schemas.microsoft.com/office/drawing/2014/main" id="{26E1B993-ACCE-69B8-CBDC-631BB7953F7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05" name="Oval 1404">
                    <a:extLst>
                      <a:ext uri="{FF2B5EF4-FFF2-40B4-BE49-F238E27FC236}">
                        <a16:creationId xmlns:a16="http://schemas.microsoft.com/office/drawing/2014/main" id="{434354C0-03CC-259E-389D-551B725A792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386" name="Group 1385">
                  <a:extLst>
                    <a:ext uri="{FF2B5EF4-FFF2-40B4-BE49-F238E27FC236}">
                      <a16:creationId xmlns:a16="http://schemas.microsoft.com/office/drawing/2014/main" id="{AD95B5D3-8C3D-F1D5-1D78-BF416AD7C325}"/>
                    </a:ext>
                  </a:extLst>
                </p:cNvPr>
                <p:cNvGrpSpPr/>
                <p:nvPr userDrawn="1"/>
              </p:nvGrpSpPr>
              <p:grpSpPr>
                <a:xfrm>
                  <a:off x="6624881" y="4745337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394" name="Oval 1393">
                    <a:extLst>
                      <a:ext uri="{FF2B5EF4-FFF2-40B4-BE49-F238E27FC236}">
                        <a16:creationId xmlns:a16="http://schemas.microsoft.com/office/drawing/2014/main" id="{7B5E2327-FE76-3F01-D15A-9B4D11DB151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95" name="Oval 1394">
                    <a:extLst>
                      <a:ext uri="{FF2B5EF4-FFF2-40B4-BE49-F238E27FC236}">
                        <a16:creationId xmlns:a16="http://schemas.microsoft.com/office/drawing/2014/main" id="{1AC59490-DF31-E318-B275-AA0C04DB7C0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96" name="Oval 1395">
                    <a:extLst>
                      <a:ext uri="{FF2B5EF4-FFF2-40B4-BE49-F238E27FC236}">
                        <a16:creationId xmlns:a16="http://schemas.microsoft.com/office/drawing/2014/main" id="{6F50A17F-B0C8-E757-63B9-83FC3EC88AD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97" name="Oval 1396">
                    <a:extLst>
                      <a:ext uri="{FF2B5EF4-FFF2-40B4-BE49-F238E27FC236}">
                        <a16:creationId xmlns:a16="http://schemas.microsoft.com/office/drawing/2014/main" id="{42ADA5A9-0817-DE4F-1ECA-D98A7FA5963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98" name="Oval 1397">
                    <a:extLst>
                      <a:ext uri="{FF2B5EF4-FFF2-40B4-BE49-F238E27FC236}">
                        <a16:creationId xmlns:a16="http://schemas.microsoft.com/office/drawing/2014/main" id="{E1F06E25-673B-DE2C-73EF-FB75777C331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99" name="Oval 1398">
                    <a:extLst>
                      <a:ext uri="{FF2B5EF4-FFF2-40B4-BE49-F238E27FC236}">
                        <a16:creationId xmlns:a16="http://schemas.microsoft.com/office/drawing/2014/main" id="{A6073745-28F9-4985-262B-FA68FCD461A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387" name="Group 1386">
                  <a:extLst>
                    <a:ext uri="{FF2B5EF4-FFF2-40B4-BE49-F238E27FC236}">
                      <a16:creationId xmlns:a16="http://schemas.microsoft.com/office/drawing/2014/main" id="{5D7DCE7B-9D0D-BCBA-C875-4B9AE09571B8}"/>
                    </a:ext>
                  </a:extLst>
                </p:cNvPr>
                <p:cNvGrpSpPr/>
                <p:nvPr userDrawn="1"/>
              </p:nvGrpSpPr>
              <p:grpSpPr>
                <a:xfrm>
                  <a:off x="7345737" y="4745336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388" name="Oval 1387">
                    <a:extLst>
                      <a:ext uri="{FF2B5EF4-FFF2-40B4-BE49-F238E27FC236}">
                        <a16:creationId xmlns:a16="http://schemas.microsoft.com/office/drawing/2014/main" id="{E49500C7-D1C4-9996-B301-954E7870079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89" name="Oval 1388">
                    <a:extLst>
                      <a:ext uri="{FF2B5EF4-FFF2-40B4-BE49-F238E27FC236}">
                        <a16:creationId xmlns:a16="http://schemas.microsoft.com/office/drawing/2014/main" id="{6D0C40FE-1D2C-F480-756F-D2E19018AE6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90" name="Oval 1389">
                    <a:extLst>
                      <a:ext uri="{FF2B5EF4-FFF2-40B4-BE49-F238E27FC236}">
                        <a16:creationId xmlns:a16="http://schemas.microsoft.com/office/drawing/2014/main" id="{77473407-DFEA-1C65-68D5-C41D4F58640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91" name="Oval 1390">
                    <a:extLst>
                      <a:ext uri="{FF2B5EF4-FFF2-40B4-BE49-F238E27FC236}">
                        <a16:creationId xmlns:a16="http://schemas.microsoft.com/office/drawing/2014/main" id="{A4DB9AC5-8B65-3C05-53C8-BF968A5B0A3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92" name="Oval 1391">
                    <a:extLst>
                      <a:ext uri="{FF2B5EF4-FFF2-40B4-BE49-F238E27FC236}">
                        <a16:creationId xmlns:a16="http://schemas.microsoft.com/office/drawing/2014/main" id="{8581499B-2D62-2C56-109E-33D5898879A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393" name="Oval 1392">
                    <a:extLst>
                      <a:ext uri="{FF2B5EF4-FFF2-40B4-BE49-F238E27FC236}">
                        <a16:creationId xmlns:a16="http://schemas.microsoft.com/office/drawing/2014/main" id="{D67D7A79-00F1-7C89-8564-FDF1561C623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381" name="Oval 1380">
                <a:extLst>
                  <a:ext uri="{FF2B5EF4-FFF2-40B4-BE49-F238E27FC236}">
                    <a16:creationId xmlns:a16="http://schemas.microsoft.com/office/drawing/2014/main" id="{274089CA-C190-4627-EAC5-CEB8AA0CE98B}"/>
                  </a:ext>
                </a:extLst>
              </p:cNvPr>
              <p:cNvSpPr/>
              <p:nvPr/>
            </p:nvSpPr>
            <p:spPr>
              <a:xfrm rot="16200000">
                <a:off x="3454592" y="507437"/>
                <a:ext cx="86010" cy="860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latin typeface="Kalinga" panose="020B0502040204020203" pitchFamily="34" charset="0"/>
                </a:endParaRPr>
              </a:p>
            </p:txBody>
          </p:sp>
        </p:grpSp>
        <p:sp>
          <p:nvSpPr>
            <p:cNvPr id="1378" name="Oval 1377">
              <a:extLst>
                <a:ext uri="{FF2B5EF4-FFF2-40B4-BE49-F238E27FC236}">
                  <a16:creationId xmlns:a16="http://schemas.microsoft.com/office/drawing/2014/main" id="{25647F47-3723-AEB9-F3C0-6EBDB20E657F}"/>
                </a:ext>
              </a:extLst>
            </p:cNvPr>
            <p:cNvSpPr/>
            <p:nvPr/>
          </p:nvSpPr>
          <p:spPr>
            <a:xfrm rot="16200000">
              <a:off x="9615959" y="747319"/>
              <a:ext cx="86010" cy="860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  <p:sp>
          <p:nvSpPr>
            <p:cNvPr id="1379" name="Oval 1378">
              <a:extLst>
                <a:ext uri="{FF2B5EF4-FFF2-40B4-BE49-F238E27FC236}">
                  <a16:creationId xmlns:a16="http://schemas.microsoft.com/office/drawing/2014/main" id="{7F7BC935-60D3-2BCC-9233-071CA065EE55}"/>
                </a:ext>
              </a:extLst>
            </p:cNvPr>
            <p:cNvSpPr/>
            <p:nvPr/>
          </p:nvSpPr>
          <p:spPr>
            <a:xfrm rot="16200000">
              <a:off x="8159785" y="738907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</p:grpSp>
      <p:grpSp>
        <p:nvGrpSpPr>
          <p:cNvPr id="1420" name="Group 1419">
            <a:extLst>
              <a:ext uri="{FF2B5EF4-FFF2-40B4-BE49-F238E27FC236}">
                <a16:creationId xmlns:a16="http://schemas.microsoft.com/office/drawing/2014/main" id="{603032A6-403E-C86F-1B57-41D7EDEE91D8}"/>
              </a:ext>
            </a:extLst>
          </p:cNvPr>
          <p:cNvGrpSpPr/>
          <p:nvPr/>
        </p:nvGrpSpPr>
        <p:grpSpPr>
          <a:xfrm>
            <a:off x="6029167" y="4252250"/>
            <a:ext cx="3038545" cy="94422"/>
            <a:chOff x="8159784" y="738908"/>
            <a:chExt cx="3038545" cy="94422"/>
          </a:xfrm>
          <a:solidFill>
            <a:schemeClr val="accent6"/>
          </a:solidFill>
        </p:grpSpPr>
        <p:grpSp>
          <p:nvGrpSpPr>
            <p:cNvPr id="1421" name="Group 1420">
              <a:extLst>
                <a:ext uri="{FF2B5EF4-FFF2-40B4-BE49-F238E27FC236}">
                  <a16:creationId xmlns:a16="http://schemas.microsoft.com/office/drawing/2014/main" id="{CBA2B57B-20AC-BAB1-B771-BB505634623E}"/>
                </a:ext>
              </a:extLst>
            </p:cNvPr>
            <p:cNvGrpSpPr/>
            <p:nvPr/>
          </p:nvGrpSpPr>
          <p:grpSpPr>
            <a:xfrm>
              <a:off x="8299346" y="738908"/>
              <a:ext cx="2898983" cy="91457"/>
              <a:chOff x="641620" y="507438"/>
              <a:chExt cx="2898983" cy="91457"/>
            </a:xfrm>
            <a:grpFill/>
          </p:grpSpPr>
          <p:grpSp>
            <p:nvGrpSpPr>
              <p:cNvPr id="1424" name="Group 1423">
                <a:extLst>
                  <a:ext uri="{FF2B5EF4-FFF2-40B4-BE49-F238E27FC236}">
                    <a16:creationId xmlns:a16="http://schemas.microsoft.com/office/drawing/2014/main" id="{757C5E2B-9302-4880-F9B1-92B5C06D6E51}"/>
                  </a:ext>
                </a:extLst>
              </p:cNvPr>
              <p:cNvGrpSpPr/>
              <p:nvPr/>
            </p:nvGrpSpPr>
            <p:grpSpPr>
              <a:xfrm>
                <a:off x="641620" y="512880"/>
                <a:ext cx="2717898" cy="86015"/>
                <a:chOff x="5133887" y="4714490"/>
                <a:chExt cx="2717898" cy="86015"/>
              </a:xfrm>
              <a:grpFill/>
            </p:grpSpPr>
            <p:grpSp>
              <p:nvGrpSpPr>
                <p:cNvPr id="1426" name="Group 1425">
                  <a:extLst>
                    <a:ext uri="{FF2B5EF4-FFF2-40B4-BE49-F238E27FC236}">
                      <a16:creationId xmlns:a16="http://schemas.microsoft.com/office/drawing/2014/main" id="{FA1AF4F4-5D8B-87CD-DFBE-1D188A98E8AF}"/>
                    </a:ext>
                  </a:extLst>
                </p:cNvPr>
                <p:cNvGrpSpPr/>
                <p:nvPr userDrawn="1"/>
              </p:nvGrpSpPr>
              <p:grpSpPr>
                <a:xfrm rot="16200000">
                  <a:off x="6462328" y="3969356"/>
                  <a:ext cx="86015" cy="1576283"/>
                  <a:chOff x="3213109" y="4913556"/>
                  <a:chExt cx="142357" cy="2608756"/>
                </a:xfrm>
                <a:grpFill/>
              </p:grpSpPr>
              <p:sp>
                <p:nvSpPr>
                  <p:cNvPr id="1462" name="Oval 1461">
                    <a:extLst>
                      <a:ext uri="{FF2B5EF4-FFF2-40B4-BE49-F238E27FC236}">
                        <a16:creationId xmlns:a16="http://schemas.microsoft.com/office/drawing/2014/main" id="{88890D8E-AC97-9ACF-5AFD-03D03E8C952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09" y="4913556"/>
                    <a:ext cx="142349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63" name="Oval 1462">
                    <a:extLst>
                      <a:ext uri="{FF2B5EF4-FFF2-40B4-BE49-F238E27FC236}">
                        <a16:creationId xmlns:a16="http://schemas.microsoft.com/office/drawing/2014/main" id="{A8D85CD8-231A-ED35-7C61-DAAEE01C0F3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18" y="7379962"/>
                    <a:ext cx="142348" cy="1423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427" name="Group 1426">
                  <a:extLst>
                    <a:ext uri="{FF2B5EF4-FFF2-40B4-BE49-F238E27FC236}">
                      <a16:creationId xmlns:a16="http://schemas.microsoft.com/office/drawing/2014/main" id="{B4F267E2-13F5-E756-6454-12E64089CBF8}"/>
                    </a:ext>
                  </a:extLst>
                </p:cNvPr>
                <p:cNvGrpSpPr/>
                <p:nvPr userDrawn="1"/>
              </p:nvGrpSpPr>
              <p:grpSpPr>
                <a:xfrm>
                  <a:off x="5133887" y="4748324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456" name="Oval 1455">
                    <a:extLst>
                      <a:ext uri="{FF2B5EF4-FFF2-40B4-BE49-F238E27FC236}">
                        <a16:creationId xmlns:a16="http://schemas.microsoft.com/office/drawing/2014/main" id="{F51BCC46-105C-A0E1-6F90-DC7B91D048C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57" name="Oval 1456">
                    <a:extLst>
                      <a:ext uri="{FF2B5EF4-FFF2-40B4-BE49-F238E27FC236}">
                        <a16:creationId xmlns:a16="http://schemas.microsoft.com/office/drawing/2014/main" id="{3DFA3CD6-AFA8-086E-1977-6A8CAC65EAB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58" name="Oval 1457">
                    <a:extLst>
                      <a:ext uri="{FF2B5EF4-FFF2-40B4-BE49-F238E27FC236}">
                        <a16:creationId xmlns:a16="http://schemas.microsoft.com/office/drawing/2014/main" id="{C7130784-2845-CB53-918F-73FAF877A4F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59" name="Oval 1458">
                    <a:extLst>
                      <a:ext uri="{FF2B5EF4-FFF2-40B4-BE49-F238E27FC236}">
                        <a16:creationId xmlns:a16="http://schemas.microsoft.com/office/drawing/2014/main" id="{A2594208-7B3C-A3DA-59E5-2FE5F536097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60" name="Oval 1459">
                    <a:extLst>
                      <a:ext uri="{FF2B5EF4-FFF2-40B4-BE49-F238E27FC236}">
                        <a16:creationId xmlns:a16="http://schemas.microsoft.com/office/drawing/2014/main" id="{BFF5EB13-32B6-2643-2B34-115388BD08D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61" name="Oval 1460">
                    <a:extLst>
                      <a:ext uri="{FF2B5EF4-FFF2-40B4-BE49-F238E27FC236}">
                        <a16:creationId xmlns:a16="http://schemas.microsoft.com/office/drawing/2014/main" id="{0274FFB8-583E-35DA-8C53-90B88053A21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428" name="Group 1427">
                  <a:extLst>
                    <a:ext uri="{FF2B5EF4-FFF2-40B4-BE49-F238E27FC236}">
                      <a16:creationId xmlns:a16="http://schemas.microsoft.com/office/drawing/2014/main" id="{3788580E-F95B-1BF0-E1A1-C4821775206A}"/>
                    </a:ext>
                  </a:extLst>
                </p:cNvPr>
                <p:cNvGrpSpPr/>
                <p:nvPr userDrawn="1"/>
              </p:nvGrpSpPr>
              <p:grpSpPr>
                <a:xfrm>
                  <a:off x="5134607" y="4745339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450" name="Oval 1449">
                    <a:extLst>
                      <a:ext uri="{FF2B5EF4-FFF2-40B4-BE49-F238E27FC236}">
                        <a16:creationId xmlns:a16="http://schemas.microsoft.com/office/drawing/2014/main" id="{97E7023A-E8A8-0FA9-CE00-1D7EAA47052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51" name="Oval 1450">
                    <a:extLst>
                      <a:ext uri="{FF2B5EF4-FFF2-40B4-BE49-F238E27FC236}">
                        <a16:creationId xmlns:a16="http://schemas.microsoft.com/office/drawing/2014/main" id="{9E1AC381-DBD6-0438-8BF6-78A066290F7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52" name="Oval 1451">
                    <a:extLst>
                      <a:ext uri="{FF2B5EF4-FFF2-40B4-BE49-F238E27FC236}">
                        <a16:creationId xmlns:a16="http://schemas.microsoft.com/office/drawing/2014/main" id="{8421EF13-59C2-997C-21CF-C6B3FC4A0E3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53" name="Oval 1452">
                    <a:extLst>
                      <a:ext uri="{FF2B5EF4-FFF2-40B4-BE49-F238E27FC236}">
                        <a16:creationId xmlns:a16="http://schemas.microsoft.com/office/drawing/2014/main" id="{E2B6EBD2-0273-3FAA-26FE-4413B89BDB7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54" name="Oval 1453">
                    <a:extLst>
                      <a:ext uri="{FF2B5EF4-FFF2-40B4-BE49-F238E27FC236}">
                        <a16:creationId xmlns:a16="http://schemas.microsoft.com/office/drawing/2014/main" id="{9E23E869-0EC8-BAFB-B496-9543BD4FEE5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55" name="Oval 1454">
                    <a:extLst>
                      <a:ext uri="{FF2B5EF4-FFF2-40B4-BE49-F238E27FC236}">
                        <a16:creationId xmlns:a16="http://schemas.microsoft.com/office/drawing/2014/main" id="{6DF27A4A-D896-C66E-595C-316FCFFC094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429" name="Group 1428">
                  <a:extLst>
                    <a:ext uri="{FF2B5EF4-FFF2-40B4-BE49-F238E27FC236}">
                      <a16:creationId xmlns:a16="http://schemas.microsoft.com/office/drawing/2014/main" id="{1A77B8AA-086E-D35C-4E91-5C218973A636}"/>
                    </a:ext>
                  </a:extLst>
                </p:cNvPr>
                <p:cNvGrpSpPr/>
                <p:nvPr userDrawn="1"/>
              </p:nvGrpSpPr>
              <p:grpSpPr>
                <a:xfrm>
                  <a:off x="5879744" y="4745338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444" name="Oval 1443">
                    <a:extLst>
                      <a:ext uri="{FF2B5EF4-FFF2-40B4-BE49-F238E27FC236}">
                        <a16:creationId xmlns:a16="http://schemas.microsoft.com/office/drawing/2014/main" id="{E9B1B597-FB45-3CFF-FE3D-846DBFFF293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45" name="Oval 1444">
                    <a:extLst>
                      <a:ext uri="{FF2B5EF4-FFF2-40B4-BE49-F238E27FC236}">
                        <a16:creationId xmlns:a16="http://schemas.microsoft.com/office/drawing/2014/main" id="{12ACAC83-4F6D-C673-DA80-81A53C481C8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46" name="Oval 1445">
                    <a:extLst>
                      <a:ext uri="{FF2B5EF4-FFF2-40B4-BE49-F238E27FC236}">
                        <a16:creationId xmlns:a16="http://schemas.microsoft.com/office/drawing/2014/main" id="{7C4DB683-BDC4-6502-D41B-475BF850542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47" name="Oval 1446">
                    <a:extLst>
                      <a:ext uri="{FF2B5EF4-FFF2-40B4-BE49-F238E27FC236}">
                        <a16:creationId xmlns:a16="http://schemas.microsoft.com/office/drawing/2014/main" id="{FE74B305-9126-5E8B-897E-C401EA4241E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48" name="Oval 1447">
                    <a:extLst>
                      <a:ext uri="{FF2B5EF4-FFF2-40B4-BE49-F238E27FC236}">
                        <a16:creationId xmlns:a16="http://schemas.microsoft.com/office/drawing/2014/main" id="{1134C430-FC2A-EB5E-BDD1-0F79271853B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49" name="Oval 1448">
                    <a:extLst>
                      <a:ext uri="{FF2B5EF4-FFF2-40B4-BE49-F238E27FC236}">
                        <a16:creationId xmlns:a16="http://schemas.microsoft.com/office/drawing/2014/main" id="{EB2A3139-A7A6-D717-1CBA-1C2441944D0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430" name="Group 1429">
                  <a:extLst>
                    <a:ext uri="{FF2B5EF4-FFF2-40B4-BE49-F238E27FC236}">
                      <a16:creationId xmlns:a16="http://schemas.microsoft.com/office/drawing/2014/main" id="{23F710A7-3D58-5259-E5DB-568440E89BAA}"/>
                    </a:ext>
                  </a:extLst>
                </p:cNvPr>
                <p:cNvGrpSpPr/>
                <p:nvPr userDrawn="1"/>
              </p:nvGrpSpPr>
              <p:grpSpPr>
                <a:xfrm>
                  <a:off x="6624881" y="4745337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438" name="Oval 1437">
                    <a:extLst>
                      <a:ext uri="{FF2B5EF4-FFF2-40B4-BE49-F238E27FC236}">
                        <a16:creationId xmlns:a16="http://schemas.microsoft.com/office/drawing/2014/main" id="{B520E47A-122A-F2CF-0A40-CAA8FB86B87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39" name="Oval 1438">
                    <a:extLst>
                      <a:ext uri="{FF2B5EF4-FFF2-40B4-BE49-F238E27FC236}">
                        <a16:creationId xmlns:a16="http://schemas.microsoft.com/office/drawing/2014/main" id="{86DEA6F1-40D8-4778-C479-32A1DB2B7A6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40" name="Oval 1439">
                    <a:extLst>
                      <a:ext uri="{FF2B5EF4-FFF2-40B4-BE49-F238E27FC236}">
                        <a16:creationId xmlns:a16="http://schemas.microsoft.com/office/drawing/2014/main" id="{4F6ABB6D-FA67-88AC-7D98-74BDD7AA763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41" name="Oval 1440">
                    <a:extLst>
                      <a:ext uri="{FF2B5EF4-FFF2-40B4-BE49-F238E27FC236}">
                        <a16:creationId xmlns:a16="http://schemas.microsoft.com/office/drawing/2014/main" id="{F1EDF386-2906-C486-0E5F-A25C464AFC0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42" name="Oval 1441">
                    <a:extLst>
                      <a:ext uri="{FF2B5EF4-FFF2-40B4-BE49-F238E27FC236}">
                        <a16:creationId xmlns:a16="http://schemas.microsoft.com/office/drawing/2014/main" id="{DC675D53-C774-269D-D112-3FB9B7610A7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43" name="Oval 1442">
                    <a:extLst>
                      <a:ext uri="{FF2B5EF4-FFF2-40B4-BE49-F238E27FC236}">
                        <a16:creationId xmlns:a16="http://schemas.microsoft.com/office/drawing/2014/main" id="{C29EB5B6-F860-B3B7-9B57-00D12AF9B3F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431" name="Group 1430">
                  <a:extLst>
                    <a:ext uri="{FF2B5EF4-FFF2-40B4-BE49-F238E27FC236}">
                      <a16:creationId xmlns:a16="http://schemas.microsoft.com/office/drawing/2014/main" id="{EA584E48-86EC-F290-5778-9DB67F7D65BD}"/>
                    </a:ext>
                  </a:extLst>
                </p:cNvPr>
                <p:cNvGrpSpPr/>
                <p:nvPr userDrawn="1"/>
              </p:nvGrpSpPr>
              <p:grpSpPr>
                <a:xfrm>
                  <a:off x="7345737" y="4745336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432" name="Oval 1431">
                    <a:extLst>
                      <a:ext uri="{FF2B5EF4-FFF2-40B4-BE49-F238E27FC236}">
                        <a16:creationId xmlns:a16="http://schemas.microsoft.com/office/drawing/2014/main" id="{8BB395CE-9D0A-3D46-18A8-46F61EAFA82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33" name="Oval 1432">
                    <a:extLst>
                      <a:ext uri="{FF2B5EF4-FFF2-40B4-BE49-F238E27FC236}">
                        <a16:creationId xmlns:a16="http://schemas.microsoft.com/office/drawing/2014/main" id="{D4AEFB26-A8AD-1DA3-177C-0BDBDA1460E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34" name="Oval 1433">
                    <a:extLst>
                      <a:ext uri="{FF2B5EF4-FFF2-40B4-BE49-F238E27FC236}">
                        <a16:creationId xmlns:a16="http://schemas.microsoft.com/office/drawing/2014/main" id="{90E24492-2AB1-EB7A-4C9A-4C304B38579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35" name="Oval 1434">
                    <a:extLst>
                      <a:ext uri="{FF2B5EF4-FFF2-40B4-BE49-F238E27FC236}">
                        <a16:creationId xmlns:a16="http://schemas.microsoft.com/office/drawing/2014/main" id="{8761D2B7-3B98-F4C0-B02C-477CB4FB7BD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36" name="Oval 1435">
                    <a:extLst>
                      <a:ext uri="{FF2B5EF4-FFF2-40B4-BE49-F238E27FC236}">
                        <a16:creationId xmlns:a16="http://schemas.microsoft.com/office/drawing/2014/main" id="{608E776D-77D3-EC4B-6B75-3190F9D9EDC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37" name="Oval 1436">
                    <a:extLst>
                      <a:ext uri="{FF2B5EF4-FFF2-40B4-BE49-F238E27FC236}">
                        <a16:creationId xmlns:a16="http://schemas.microsoft.com/office/drawing/2014/main" id="{4EFB2FCE-B2C6-6E02-66E4-D438B2B1AFD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425" name="Oval 1424">
                <a:extLst>
                  <a:ext uri="{FF2B5EF4-FFF2-40B4-BE49-F238E27FC236}">
                    <a16:creationId xmlns:a16="http://schemas.microsoft.com/office/drawing/2014/main" id="{489FDC55-9264-8FFF-EB93-6260694800F2}"/>
                  </a:ext>
                </a:extLst>
              </p:cNvPr>
              <p:cNvSpPr/>
              <p:nvPr/>
            </p:nvSpPr>
            <p:spPr>
              <a:xfrm rot="16200000">
                <a:off x="3454592" y="507437"/>
                <a:ext cx="86010" cy="860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latin typeface="Kalinga" panose="020B0502040204020203" pitchFamily="34" charset="0"/>
                </a:endParaRPr>
              </a:p>
            </p:txBody>
          </p:sp>
        </p:grpSp>
        <p:sp>
          <p:nvSpPr>
            <p:cNvPr id="1422" name="Oval 1421">
              <a:extLst>
                <a:ext uri="{FF2B5EF4-FFF2-40B4-BE49-F238E27FC236}">
                  <a16:creationId xmlns:a16="http://schemas.microsoft.com/office/drawing/2014/main" id="{0FA6216C-A5FE-D1B3-1C0E-CB64327A68D5}"/>
                </a:ext>
              </a:extLst>
            </p:cNvPr>
            <p:cNvSpPr/>
            <p:nvPr/>
          </p:nvSpPr>
          <p:spPr>
            <a:xfrm rot="16200000">
              <a:off x="9615959" y="747319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solidFill>
                  <a:srgbClr val="6FB2A6"/>
                </a:solidFill>
                <a:latin typeface="Kalinga" panose="020B0502040204020203" pitchFamily="34" charset="0"/>
              </a:endParaRPr>
            </a:p>
          </p:txBody>
        </p:sp>
        <p:sp>
          <p:nvSpPr>
            <p:cNvPr id="1423" name="Oval 1422">
              <a:extLst>
                <a:ext uri="{FF2B5EF4-FFF2-40B4-BE49-F238E27FC236}">
                  <a16:creationId xmlns:a16="http://schemas.microsoft.com/office/drawing/2014/main" id="{73C9AC95-A536-70DD-E5B1-10CD375DCE16}"/>
                </a:ext>
              </a:extLst>
            </p:cNvPr>
            <p:cNvSpPr/>
            <p:nvPr/>
          </p:nvSpPr>
          <p:spPr>
            <a:xfrm rot="16200000">
              <a:off x="8159785" y="738907"/>
              <a:ext cx="86010" cy="860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</p:grpSp>
      <p:grpSp>
        <p:nvGrpSpPr>
          <p:cNvPr id="1469" name="Group 1468">
            <a:extLst>
              <a:ext uri="{FF2B5EF4-FFF2-40B4-BE49-F238E27FC236}">
                <a16:creationId xmlns:a16="http://schemas.microsoft.com/office/drawing/2014/main" id="{BE5D5C5B-671E-43E8-79EC-B10B42D3320D}"/>
              </a:ext>
            </a:extLst>
          </p:cNvPr>
          <p:cNvGrpSpPr/>
          <p:nvPr/>
        </p:nvGrpSpPr>
        <p:grpSpPr>
          <a:xfrm>
            <a:off x="8972312" y="3439750"/>
            <a:ext cx="3038545" cy="94422"/>
            <a:chOff x="8159784" y="738908"/>
            <a:chExt cx="3038545" cy="94422"/>
          </a:xfrm>
          <a:solidFill>
            <a:schemeClr val="accent6"/>
          </a:solidFill>
        </p:grpSpPr>
        <p:grpSp>
          <p:nvGrpSpPr>
            <p:cNvPr id="1470" name="Group 1469">
              <a:extLst>
                <a:ext uri="{FF2B5EF4-FFF2-40B4-BE49-F238E27FC236}">
                  <a16:creationId xmlns:a16="http://schemas.microsoft.com/office/drawing/2014/main" id="{37BA921D-C5ED-F594-4EB4-F8E2B38C2BB6}"/>
                </a:ext>
              </a:extLst>
            </p:cNvPr>
            <p:cNvGrpSpPr/>
            <p:nvPr/>
          </p:nvGrpSpPr>
          <p:grpSpPr>
            <a:xfrm>
              <a:off x="8299346" y="738908"/>
              <a:ext cx="2898983" cy="91457"/>
              <a:chOff x="641620" y="507438"/>
              <a:chExt cx="2898983" cy="91457"/>
            </a:xfrm>
            <a:grpFill/>
          </p:grpSpPr>
          <p:grpSp>
            <p:nvGrpSpPr>
              <p:cNvPr id="1473" name="Group 1472">
                <a:extLst>
                  <a:ext uri="{FF2B5EF4-FFF2-40B4-BE49-F238E27FC236}">
                    <a16:creationId xmlns:a16="http://schemas.microsoft.com/office/drawing/2014/main" id="{46DE149B-3351-F905-2C7C-762010F4FE64}"/>
                  </a:ext>
                </a:extLst>
              </p:cNvPr>
              <p:cNvGrpSpPr/>
              <p:nvPr/>
            </p:nvGrpSpPr>
            <p:grpSpPr>
              <a:xfrm>
                <a:off x="641620" y="512880"/>
                <a:ext cx="2717898" cy="86015"/>
                <a:chOff x="5133887" y="4714490"/>
                <a:chExt cx="2717898" cy="86015"/>
              </a:xfrm>
              <a:grpFill/>
            </p:grpSpPr>
            <p:grpSp>
              <p:nvGrpSpPr>
                <p:cNvPr id="1475" name="Group 1474">
                  <a:extLst>
                    <a:ext uri="{FF2B5EF4-FFF2-40B4-BE49-F238E27FC236}">
                      <a16:creationId xmlns:a16="http://schemas.microsoft.com/office/drawing/2014/main" id="{7DB80B75-E66B-AC99-E7C4-1BE1A6DBD448}"/>
                    </a:ext>
                  </a:extLst>
                </p:cNvPr>
                <p:cNvGrpSpPr/>
                <p:nvPr userDrawn="1"/>
              </p:nvGrpSpPr>
              <p:grpSpPr>
                <a:xfrm rot="16200000">
                  <a:off x="6462328" y="3969356"/>
                  <a:ext cx="86015" cy="1576283"/>
                  <a:chOff x="3213109" y="4913556"/>
                  <a:chExt cx="142357" cy="2608756"/>
                </a:xfrm>
                <a:grpFill/>
              </p:grpSpPr>
              <p:sp>
                <p:nvSpPr>
                  <p:cNvPr id="1511" name="Oval 1510">
                    <a:extLst>
                      <a:ext uri="{FF2B5EF4-FFF2-40B4-BE49-F238E27FC236}">
                        <a16:creationId xmlns:a16="http://schemas.microsoft.com/office/drawing/2014/main" id="{94159CF2-36A0-2CE4-90FE-7AEF3C50FE4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09" y="4913556"/>
                    <a:ext cx="142349" cy="14235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12" name="Oval 1511">
                    <a:extLst>
                      <a:ext uri="{FF2B5EF4-FFF2-40B4-BE49-F238E27FC236}">
                        <a16:creationId xmlns:a16="http://schemas.microsoft.com/office/drawing/2014/main" id="{99910F03-8F82-2A5E-CEEE-770F0E93670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18" y="7379962"/>
                    <a:ext cx="142348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476" name="Group 1475">
                  <a:extLst>
                    <a:ext uri="{FF2B5EF4-FFF2-40B4-BE49-F238E27FC236}">
                      <a16:creationId xmlns:a16="http://schemas.microsoft.com/office/drawing/2014/main" id="{206773C6-C5CD-0EF6-06C1-FE27FF0320BA}"/>
                    </a:ext>
                  </a:extLst>
                </p:cNvPr>
                <p:cNvGrpSpPr/>
                <p:nvPr userDrawn="1"/>
              </p:nvGrpSpPr>
              <p:grpSpPr>
                <a:xfrm>
                  <a:off x="5133887" y="4748324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505" name="Oval 1504">
                    <a:extLst>
                      <a:ext uri="{FF2B5EF4-FFF2-40B4-BE49-F238E27FC236}">
                        <a16:creationId xmlns:a16="http://schemas.microsoft.com/office/drawing/2014/main" id="{6B5F16D1-70E3-57AB-0E3D-94CF48E24BB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06" name="Oval 1505">
                    <a:extLst>
                      <a:ext uri="{FF2B5EF4-FFF2-40B4-BE49-F238E27FC236}">
                        <a16:creationId xmlns:a16="http://schemas.microsoft.com/office/drawing/2014/main" id="{24CB40C7-5FB7-D1FD-108A-4E43EFAA84B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07" name="Oval 1506">
                    <a:extLst>
                      <a:ext uri="{FF2B5EF4-FFF2-40B4-BE49-F238E27FC236}">
                        <a16:creationId xmlns:a16="http://schemas.microsoft.com/office/drawing/2014/main" id="{64A2F7D4-EB14-4D42-4AC8-6B1ACAB6D51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08" name="Oval 1507">
                    <a:extLst>
                      <a:ext uri="{FF2B5EF4-FFF2-40B4-BE49-F238E27FC236}">
                        <a16:creationId xmlns:a16="http://schemas.microsoft.com/office/drawing/2014/main" id="{777537CF-E07E-1C64-0286-B68C8FD3201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09" name="Oval 1508">
                    <a:extLst>
                      <a:ext uri="{FF2B5EF4-FFF2-40B4-BE49-F238E27FC236}">
                        <a16:creationId xmlns:a16="http://schemas.microsoft.com/office/drawing/2014/main" id="{384ABDDA-95F3-DE2B-D161-026D82A3B8D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10" name="Oval 1509">
                    <a:extLst>
                      <a:ext uri="{FF2B5EF4-FFF2-40B4-BE49-F238E27FC236}">
                        <a16:creationId xmlns:a16="http://schemas.microsoft.com/office/drawing/2014/main" id="{3D3A43DD-71FF-66D1-72D2-2C32C46464B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477" name="Group 1476">
                  <a:extLst>
                    <a:ext uri="{FF2B5EF4-FFF2-40B4-BE49-F238E27FC236}">
                      <a16:creationId xmlns:a16="http://schemas.microsoft.com/office/drawing/2014/main" id="{C7231F38-988E-82A3-DEB2-3B1D9776FB8E}"/>
                    </a:ext>
                  </a:extLst>
                </p:cNvPr>
                <p:cNvGrpSpPr/>
                <p:nvPr userDrawn="1"/>
              </p:nvGrpSpPr>
              <p:grpSpPr>
                <a:xfrm>
                  <a:off x="5134607" y="4745339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499" name="Oval 1498">
                    <a:extLst>
                      <a:ext uri="{FF2B5EF4-FFF2-40B4-BE49-F238E27FC236}">
                        <a16:creationId xmlns:a16="http://schemas.microsoft.com/office/drawing/2014/main" id="{69A9C7EE-54E1-E340-21DE-F2B811773E4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00" name="Oval 1499">
                    <a:extLst>
                      <a:ext uri="{FF2B5EF4-FFF2-40B4-BE49-F238E27FC236}">
                        <a16:creationId xmlns:a16="http://schemas.microsoft.com/office/drawing/2014/main" id="{DC50FDA0-A903-0110-A883-C91CC156FDE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01" name="Oval 1500">
                    <a:extLst>
                      <a:ext uri="{FF2B5EF4-FFF2-40B4-BE49-F238E27FC236}">
                        <a16:creationId xmlns:a16="http://schemas.microsoft.com/office/drawing/2014/main" id="{A0387668-742C-7120-28D6-401ECDD4601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02" name="Oval 1501">
                    <a:extLst>
                      <a:ext uri="{FF2B5EF4-FFF2-40B4-BE49-F238E27FC236}">
                        <a16:creationId xmlns:a16="http://schemas.microsoft.com/office/drawing/2014/main" id="{4E8153C3-3E24-6032-747F-71BADEC8C42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03" name="Oval 1502">
                    <a:extLst>
                      <a:ext uri="{FF2B5EF4-FFF2-40B4-BE49-F238E27FC236}">
                        <a16:creationId xmlns:a16="http://schemas.microsoft.com/office/drawing/2014/main" id="{C89927F4-F332-9819-A69E-8F8C2047B4D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04" name="Oval 1503">
                    <a:extLst>
                      <a:ext uri="{FF2B5EF4-FFF2-40B4-BE49-F238E27FC236}">
                        <a16:creationId xmlns:a16="http://schemas.microsoft.com/office/drawing/2014/main" id="{0F457C8B-6EF6-2A40-CA42-728C5A1225E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478" name="Group 1477">
                  <a:extLst>
                    <a:ext uri="{FF2B5EF4-FFF2-40B4-BE49-F238E27FC236}">
                      <a16:creationId xmlns:a16="http://schemas.microsoft.com/office/drawing/2014/main" id="{F05F16D1-B26B-1806-327C-F9A70C18FCF5}"/>
                    </a:ext>
                  </a:extLst>
                </p:cNvPr>
                <p:cNvGrpSpPr/>
                <p:nvPr userDrawn="1"/>
              </p:nvGrpSpPr>
              <p:grpSpPr>
                <a:xfrm>
                  <a:off x="5879744" y="4745338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493" name="Oval 1492">
                    <a:extLst>
                      <a:ext uri="{FF2B5EF4-FFF2-40B4-BE49-F238E27FC236}">
                        <a16:creationId xmlns:a16="http://schemas.microsoft.com/office/drawing/2014/main" id="{5004BCAC-A35B-DC3C-A719-56A06653B35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94" name="Oval 1493">
                    <a:extLst>
                      <a:ext uri="{FF2B5EF4-FFF2-40B4-BE49-F238E27FC236}">
                        <a16:creationId xmlns:a16="http://schemas.microsoft.com/office/drawing/2014/main" id="{6F429A94-A97E-3BC8-2CB4-5D4329B91F9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95" name="Oval 1494">
                    <a:extLst>
                      <a:ext uri="{FF2B5EF4-FFF2-40B4-BE49-F238E27FC236}">
                        <a16:creationId xmlns:a16="http://schemas.microsoft.com/office/drawing/2014/main" id="{45A110D0-8E73-2F40-EA5D-404CCFC505E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96" name="Oval 1495">
                    <a:extLst>
                      <a:ext uri="{FF2B5EF4-FFF2-40B4-BE49-F238E27FC236}">
                        <a16:creationId xmlns:a16="http://schemas.microsoft.com/office/drawing/2014/main" id="{3B23CDB4-1683-686C-E6A4-EE798C1D374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97" name="Oval 1496">
                    <a:extLst>
                      <a:ext uri="{FF2B5EF4-FFF2-40B4-BE49-F238E27FC236}">
                        <a16:creationId xmlns:a16="http://schemas.microsoft.com/office/drawing/2014/main" id="{38182E28-2227-7C78-9696-25721E71ECA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98" name="Oval 1497">
                    <a:extLst>
                      <a:ext uri="{FF2B5EF4-FFF2-40B4-BE49-F238E27FC236}">
                        <a16:creationId xmlns:a16="http://schemas.microsoft.com/office/drawing/2014/main" id="{E40E28C9-E183-11E2-140C-171F57D64EF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479" name="Group 1478">
                  <a:extLst>
                    <a:ext uri="{FF2B5EF4-FFF2-40B4-BE49-F238E27FC236}">
                      <a16:creationId xmlns:a16="http://schemas.microsoft.com/office/drawing/2014/main" id="{5F557E19-3C17-7970-157C-BFE8D6F64DD3}"/>
                    </a:ext>
                  </a:extLst>
                </p:cNvPr>
                <p:cNvGrpSpPr/>
                <p:nvPr userDrawn="1"/>
              </p:nvGrpSpPr>
              <p:grpSpPr>
                <a:xfrm>
                  <a:off x="6624881" y="4745337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487" name="Oval 1486">
                    <a:extLst>
                      <a:ext uri="{FF2B5EF4-FFF2-40B4-BE49-F238E27FC236}">
                        <a16:creationId xmlns:a16="http://schemas.microsoft.com/office/drawing/2014/main" id="{E1339BBC-8059-2F8F-AA42-48465D3B095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88" name="Oval 1487">
                    <a:extLst>
                      <a:ext uri="{FF2B5EF4-FFF2-40B4-BE49-F238E27FC236}">
                        <a16:creationId xmlns:a16="http://schemas.microsoft.com/office/drawing/2014/main" id="{D364BE31-CBF9-1432-A008-0E5D064A8E1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89" name="Oval 1488">
                    <a:extLst>
                      <a:ext uri="{FF2B5EF4-FFF2-40B4-BE49-F238E27FC236}">
                        <a16:creationId xmlns:a16="http://schemas.microsoft.com/office/drawing/2014/main" id="{73B5AC7D-6A26-B2DE-8855-5BE54ECC3D9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90" name="Oval 1489">
                    <a:extLst>
                      <a:ext uri="{FF2B5EF4-FFF2-40B4-BE49-F238E27FC236}">
                        <a16:creationId xmlns:a16="http://schemas.microsoft.com/office/drawing/2014/main" id="{8C6EC0D6-3016-7E98-F80F-86F27E106814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91" name="Oval 1490">
                    <a:extLst>
                      <a:ext uri="{FF2B5EF4-FFF2-40B4-BE49-F238E27FC236}">
                        <a16:creationId xmlns:a16="http://schemas.microsoft.com/office/drawing/2014/main" id="{D3B85B3F-3DBE-D3AA-E596-18EA159E9BB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92" name="Oval 1491">
                    <a:extLst>
                      <a:ext uri="{FF2B5EF4-FFF2-40B4-BE49-F238E27FC236}">
                        <a16:creationId xmlns:a16="http://schemas.microsoft.com/office/drawing/2014/main" id="{E2458D8B-4603-83C8-E6CC-9CE3D2D60522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480" name="Group 1479">
                  <a:extLst>
                    <a:ext uri="{FF2B5EF4-FFF2-40B4-BE49-F238E27FC236}">
                      <a16:creationId xmlns:a16="http://schemas.microsoft.com/office/drawing/2014/main" id="{F3525BFC-90A6-CD18-A01D-475A48932599}"/>
                    </a:ext>
                  </a:extLst>
                </p:cNvPr>
                <p:cNvGrpSpPr/>
                <p:nvPr userDrawn="1"/>
              </p:nvGrpSpPr>
              <p:grpSpPr>
                <a:xfrm>
                  <a:off x="7345737" y="4745336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481" name="Oval 1480">
                    <a:extLst>
                      <a:ext uri="{FF2B5EF4-FFF2-40B4-BE49-F238E27FC236}">
                        <a16:creationId xmlns:a16="http://schemas.microsoft.com/office/drawing/2014/main" id="{B51814E6-8695-56F6-FBA7-BB97E2ECB9C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82" name="Oval 1481">
                    <a:extLst>
                      <a:ext uri="{FF2B5EF4-FFF2-40B4-BE49-F238E27FC236}">
                        <a16:creationId xmlns:a16="http://schemas.microsoft.com/office/drawing/2014/main" id="{AA90AFDF-E014-E09E-F86B-7237AB72093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83" name="Oval 1482">
                    <a:extLst>
                      <a:ext uri="{FF2B5EF4-FFF2-40B4-BE49-F238E27FC236}">
                        <a16:creationId xmlns:a16="http://schemas.microsoft.com/office/drawing/2014/main" id="{144AFD39-B381-D90C-382B-ACA54064C0A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84" name="Oval 1483">
                    <a:extLst>
                      <a:ext uri="{FF2B5EF4-FFF2-40B4-BE49-F238E27FC236}">
                        <a16:creationId xmlns:a16="http://schemas.microsoft.com/office/drawing/2014/main" id="{DE548B7A-2800-4F8B-C44B-88075CB846B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85" name="Oval 1484">
                    <a:extLst>
                      <a:ext uri="{FF2B5EF4-FFF2-40B4-BE49-F238E27FC236}">
                        <a16:creationId xmlns:a16="http://schemas.microsoft.com/office/drawing/2014/main" id="{36E3D204-0C2E-F1B5-8C20-20D435854C58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486" name="Oval 1485">
                    <a:extLst>
                      <a:ext uri="{FF2B5EF4-FFF2-40B4-BE49-F238E27FC236}">
                        <a16:creationId xmlns:a16="http://schemas.microsoft.com/office/drawing/2014/main" id="{2B308915-6E98-DEAB-A9F4-876FC0BE106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474" name="Oval 1473">
                <a:extLst>
                  <a:ext uri="{FF2B5EF4-FFF2-40B4-BE49-F238E27FC236}">
                    <a16:creationId xmlns:a16="http://schemas.microsoft.com/office/drawing/2014/main" id="{2CD92740-38B4-CE57-9B5F-3A4C521BB66A}"/>
                  </a:ext>
                </a:extLst>
              </p:cNvPr>
              <p:cNvSpPr/>
              <p:nvPr/>
            </p:nvSpPr>
            <p:spPr>
              <a:xfrm rot="16200000">
                <a:off x="3454592" y="507437"/>
                <a:ext cx="86010" cy="860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latin typeface="Kalinga" panose="020B0502040204020203" pitchFamily="34" charset="0"/>
                </a:endParaRPr>
              </a:p>
            </p:txBody>
          </p:sp>
        </p:grpSp>
        <p:sp>
          <p:nvSpPr>
            <p:cNvPr id="1471" name="Oval 1470">
              <a:extLst>
                <a:ext uri="{FF2B5EF4-FFF2-40B4-BE49-F238E27FC236}">
                  <a16:creationId xmlns:a16="http://schemas.microsoft.com/office/drawing/2014/main" id="{70EBEEFD-14CC-9258-436B-2B4A6FDB532B}"/>
                </a:ext>
              </a:extLst>
            </p:cNvPr>
            <p:cNvSpPr/>
            <p:nvPr/>
          </p:nvSpPr>
          <p:spPr>
            <a:xfrm rot="16200000">
              <a:off x="9615959" y="747319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  <p:sp>
          <p:nvSpPr>
            <p:cNvPr id="1472" name="Oval 1471">
              <a:extLst>
                <a:ext uri="{FF2B5EF4-FFF2-40B4-BE49-F238E27FC236}">
                  <a16:creationId xmlns:a16="http://schemas.microsoft.com/office/drawing/2014/main" id="{9941DB4B-1AEF-EB4E-4E59-B053EBB8566F}"/>
                </a:ext>
              </a:extLst>
            </p:cNvPr>
            <p:cNvSpPr/>
            <p:nvPr/>
          </p:nvSpPr>
          <p:spPr>
            <a:xfrm rot="16200000">
              <a:off x="8159785" y="738907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</p:grpSp>
      <p:grpSp>
        <p:nvGrpSpPr>
          <p:cNvPr id="1513" name="Group 1512">
            <a:extLst>
              <a:ext uri="{FF2B5EF4-FFF2-40B4-BE49-F238E27FC236}">
                <a16:creationId xmlns:a16="http://schemas.microsoft.com/office/drawing/2014/main" id="{735A32FE-B5AA-8EF4-4D8A-FCECC50D99F7}"/>
              </a:ext>
            </a:extLst>
          </p:cNvPr>
          <p:cNvGrpSpPr/>
          <p:nvPr/>
        </p:nvGrpSpPr>
        <p:grpSpPr>
          <a:xfrm>
            <a:off x="8972312" y="4245364"/>
            <a:ext cx="3038545" cy="94422"/>
            <a:chOff x="8159784" y="738908"/>
            <a:chExt cx="3038545" cy="94422"/>
          </a:xfrm>
          <a:solidFill>
            <a:schemeClr val="accent6"/>
          </a:solidFill>
        </p:grpSpPr>
        <p:grpSp>
          <p:nvGrpSpPr>
            <p:cNvPr id="1514" name="Group 1513">
              <a:extLst>
                <a:ext uri="{FF2B5EF4-FFF2-40B4-BE49-F238E27FC236}">
                  <a16:creationId xmlns:a16="http://schemas.microsoft.com/office/drawing/2014/main" id="{D46C1823-1073-CE35-995D-5695FB1C75BD}"/>
                </a:ext>
              </a:extLst>
            </p:cNvPr>
            <p:cNvGrpSpPr/>
            <p:nvPr/>
          </p:nvGrpSpPr>
          <p:grpSpPr>
            <a:xfrm>
              <a:off x="8299346" y="738908"/>
              <a:ext cx="2898983" cy="91457"/>
              <a:chOff x="641620" y="507438"/>
              <a:chExt cx="2898983" cy="91457"/>
            </a:xfrm>
            <a:grpFill/>
          </p:grpSpPr>
          <p:grpSp>
            <p:nvGrpSpPr>
              <p:cNvPr id="1517" name="Group 1516">
                <a:extLst>
                  <a:ext uri="{FF2B5EF4-FFF2-40B4-BE49-F238E27FC236}">
                    <a16:creationId xmlns:a16="http://schemas.microsoft.com/office/drawing/2014/main" id="{80F3E132-0E7A-8525-1E07-28F65DF44561}"/>
                  </a:ext>
                </a:extLst>
              </p:cNvPr>
              <p:cNvGrpSpPr/>
              <p:nvPr/>
            </p:nvGrpSpPr>
            <p:grpSpPr>
              <a:xfrm>
                <a:off x="641620" y="512880"/>
                <a:ext cx="2717898" cy="86015"/>
                <a:chOff x="5133887" y="4714490"/>
                <a:chExt cx="2717898" cy="86015"/>
              </a:xfrm>
              <a:grpFill/>
            </p:grpSpPr>
            <p:grpSp>
              <p:nvGrpSpPr>
                <p:cNvPr id="1519" name="Group 1518">
                  <a:extLst>
                    <a:ext uri="{FF2B5EF4-FFF2-40B4-BE49-F238E27FC236}">
                      <a16:creationId xmlns:a16="http://schemas.microsoft.com/office/drawing/2014/main" id="{F5D927E8-6769-9DDA-3701-5BE4F004143F}"/>
                    </a:ext>
                  </a:extLst>
                </p:cNvPr>
                <p:cNvGrpSpPr/>
                <p:nvPr userDrawn="1"/>
              </p:nvGrpSpPr>
              <p:grpSpPr>
                <a:xfrm rot="16200000">
                  <a:off x="6462328" y="3969356"/>
                  <a:ext cx="86015" cy="1576283"/>
                  <a:chOff x="3213109" y="4913556"/>
                  <a:chExt cx="142357" cy="2608756"/>
                </a:xfrm>
                <a:grpFill/>
              </p:grpSpPr>
              <p:sp>
                <p:nvSpPr>
                  <p:cNvPr id="1555" name="Oval 1554">
                    <a:extLst>
                      <a:ext uri="{FF2B5EF4-FFF2-40B4-BE49-F238E27FC236}">
                        <a16:creationId xmlns:a16="http://schemas.microsoft.com/office/drawing/2014/main" id="{AFD228AF-A6E4-1F44-3028-AC6AF3615AB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09" y="4913556"/>
                    <a:ext cx="142349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56" name="Oval 1555">
                    <a:extLst>
                      <a:ext uri="{FF2B5EF4-FFF2-40B4-BE49-F238E27FC236}">
                        <a16:creationId xmlns:a16="http://schemas.microsoft.com/office/drawing/2014/main" id="{687FBA06-EA2E-00F0-4713-317ACE1BC75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213118" y="7379962"/>
                    <a:ext cx="142348" cy="142350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520" name="Group 1519">
                  <a:extLst>
                    <a:ext uri="{FF2B5EF4-FFF2-40B4-BE49-F238E27FC236}">
                      <a16:creationId xmlns:a16="http://schemas.microsoft.com/office/drawing/2014/main" id="{E00697CA-C6C5-D2FC-8A7E-C220FBEDC577}"/>
                    </a:ext>
                  </a:extLst>
                </p:cNvPr>
                <p:cNvGrpSpPr/>
                <p:nvPr userDrawn="1"/>
              </p:nvGrpSpPr>
              <p:grpSpPr>
                <a:xfrm>
                  <a:off x="5133887" y="4748324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549" name="Oval 1548">
                    <a:extLst>
                      <a:ext uri="{FF2B5EF4-FFF2-40B4-BE49-F238E27FC236}">
                        <a16:creationId xmlns:a16="http://schemas.microsoft.com/office/drawing/2014/main" id="{2DB2047A-EE25-4FF4-5C11-2D8963D15D8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50" name="Oval 1549">
                    <a:extLst>
                      <a:ext uri="{FF2B5EF4-FFF2-40B4-BE49-F238E27FC236}">
                        <a16:creationId xmlns:a16="http://schemas.microsoft.com/office/drawing/2014/main" id="{4D6B95A0-5080-9D2A-56B1-476EC34A0F5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51" name="Oval 1550">
                    <a:extLst>
                      <a:ext uri="{FF2B5EF4-FFF2-40B4-BE49-F238E27FC236}">
                        <a16:creationId xmlns:a16="http://schemas.microsoft.com/office/drawing/2014/main" id="{EF0A907F-F6F6-47D0-B610-AFB42DF48BE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52" name="Oval 1551">
                    <a:extLst>
                      <a:ext uri="{FF2B5EF4-FFF2-40B4-BE49-F238E27FC236}">
                        <a16:creationId xmlns:a16="http://schemas.microsoft.com/office/drawing/2014/main" id="{E49B98B3-8226-6EA3-56F4-47BBAAC23CD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53" name="Oval 1552">
                    <a:extLst>
                      <a:ext uri="{FF2B5EF4-FFF2-40B4-BE49-F238E27FC236}">
                        <a16:creationId xmlns:a16="http://schemas.microsoft.com/office/drawing/2014/main" id="{17E42F22-0DDC-E30C-E510-AB5453BCD72A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54" name="Oval 1553">
                    <a:extLst>
                      <a:ext uri="{FF2B5EF4-FFF2-40B4-BE49-F238E27FC236}">
                        <a16:creationId xmlns:a16="http://schemas.microsoft.com/office/drawing/2014/main" id="{48387A3C-5ECC-2D6D-985F-C0E0DC819B2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521" name="Group 1520">
                  <a:extLst>
                    <a:ext uri="{FF2B5EF4-FFF2-40B4-BE49-F238E27FC236}">
                      <a16:creationId xmlns:a16="http://schemas.microsoft.com/office/drawing/2014/main" id="{2AC59216-617E-57C2-1E69-6C3A458CFE44}"/>
                    </a:ext>
                  </a:extLst>
                </p:cNvPr>
                <p:cNvGrpSpPr/>
                <p:nvPr userDrawn="1"/>
              </p:nvGrpSpPr>
              <p:grpSpPr>
                <a:xfrm>
                  <a:off x="5134607" y="4745339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543" name="Oval 1542">
                    <a:extLst>
                      <a:ext uri="{FF2B5EF4-FFF2-40B4-BE49-F238E27FC236}">
                        <a16:creationId xmlns:a16="http://schemas.microsoft.com/office/drawing/2014/main" id="{EC5C7913-87C5-3C19-9DF0-9BE9B836CA97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44" name="Oval 1543">
                    <a:extLst>
                      <a:ext uri="{FF2B5EF4-FFF2-40B4-BE49-F238E27FC236}">
                        <a16:creationId xmlns:a16="http://schemas.microsoft.com/office/drawing/2014/main" id="{9299AE5B-7FBE-73B1-2436-C05AD6C36C0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45" name="Oval 1544">
                    <a:extLst>
                      <a:ext uri="{FF2B5EF4-FFF2-40B4-BE49-F238E27FC236}">
                        <a16:creationId xmlns:a16="http://schemas.microsoft.com/office/drawing/2014/main" id="{EC2B3F13-A164-28DE-D265-C77B03B474D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46" name="Oval 1545">
                    <a:extLst>
                      <a:ext uri="{FF2B5EF4-FFF2-40B4-BE49-F238E27FC236}">
                        <a16:creationId xmlns:a16="http://schemas.microsoft.com/office/drawing/2014/main" id="{6FC65357-E1CF-88BD-E893-F4056D4EA1B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47" name="Oval 1546">
                    <a:extLst>
                      <a:ext uri="{FF2B5EF4-FFF2-40B4-BE49-F238E27FC236}">
                        <a16:creationId xmlns:a16="http://schemas.microsoft.com/office/drawing/2014/main" id="{F2BBF3AA-2621-8E41-2A23-BA83CAF6F78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48" name="Oval 1547">
                    <a:extLst>
                      <a:ext uri="{FF2B5EF4-FFF2-40B4-BE49-F238E27FC236}">
                        <a16:creationId xmlns:a16="http://schemas.microsoft.com/office/drawing/2014/main" id="{1A691EFC-D7FC-6E13-3279-561EFED62AA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522" name="Group 1521">
                  <a:extLst>
                    <a:ext uri="{FF2B5EF4-FFF2-40B4-BE49-F238E27FC236}">
                      <a16:creationId xmlns:a16="http://schemas.microsoft.com/office/drawing/2014/main" id="{5BD0E42A-DF81-9B70-7384-8BA4EEE6C05D}"/>
                    </a:ext>
                  </a:extLst>
                </p:cNvPr>
                <p:cNvGrpSpPr/>
                <p:nvPr userDrawn="1"/>
              </p:nvGrpSpPr>
              <p:grpSpPr>
                <a:xfrm>
                  <a:off x="5879744" y="4745338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537" name="Oval 1536">
                    <a:extLst>
                      <a:ext uri="{FF2B5EF4-FFF2-40B4-BE49-F238E27FC236}">
                        <a16:creationId xmlns:a16="http://schemas.microsoft.com/office/drawing/2014/main" id="{4C40846B-22F9-A725-602B-85A3CC6786C9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38" name="Oval 1537">
                    <a:extLst>
                      <a:ext uri="{FF2B5EF4-FFF2-40B4-BE49-F238E27FC236}">
                        <a16:creationId xmlns:a16="http://schemas.microsoft.com/office/drawing/2014/main" id="{13296519-5E90-D688-3D3E-E790690D3F4E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39" name="Oval 1538">
                    <a:extLst>
                      <a:ext uri="{FF2B5EF4-FFF2-40B4-BE49-F238E27FC236}">
                        <a16:creationId xmlns:a16="http://schemas.microsoft.com/office/drawing/2014/main" id="{617545E7-BBBD-83FA-F2EC-BCC013461886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40" name="Oval 1539">
                    <a:extLst>
                      <a:ext uri="{FF2B5EF4-FFF2-40B4-BE49-F238E27FC236}">
                        <a16:creationId xmlns:a16="http://schemas.microsoft.com/office/drawing/2014/main" id="{B60F3D6E-580F-979A-0B7D-1DB7C8000C5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41" name="Oval 1540">
                    <a:extLst>
                      <a:ext uri="{FF2B5EF4-FFF2-40B4-BE49-F238E27FC236}">
                        <a16:creationId xmlns:a16="http://schemas.microsoft.com/office/drawing/2014/main" id="{2CBB7A82-6C2A-7372-75D6-A097F11BF64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42" name="Oval 1541">
                    <a:extLst>
                      <a:ext uri="{FF2B5EF4-FFF2-40B4-BE49-F238E27FC236}">
                        <a16:creationId xmlns:a16="http://schemas.microsoft.com/office/drawing/2014/main" id="{EF0FD2BF-BDD5-7F3B-77CA-8F0AFC0A9C1C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523" name="Group 1522">
                  <a:extLst>
                    <a:ext uri="{FF2B5EF4-FFF2-40B4-BE49-F238E27FC236}">
                      <a16:creationId xmlns:a16="http://schemas.microsoft.com/office/drawing/2014/main" id="{4C5C0476-F171-5A92-2101-CD5E9926D1A0}"/>
                    </a:ext>
                  </a:extLst>
                </p:cNvPr>
                <p:cNvGrpSpPr/>
                <p:nvPr userDrawn="1"/>
              </p:nvGrpSpPr>
              <p:grpSpPr>
                <a:xfrm>
                  <a:off x="6624881" y="4745337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531" name="Oval 1530">
                    <a:extLst>
                      <a:ext uri="{FF2B5EF4-FFF2-40B4-BE49-F238E27FC236}">
                        <a16:creationId xmlns:a16="http://schemas.microsoft.com/office/drawing/2014/main" id="{E0758FB8-9579-5543-3F0B-55E0220C871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32" name="Oval 1531">
                    <a:extLst>
                      <a:ext uri="{FF2B5EF4-FFF2-40B4-BE49-F238E27FC236}">
                        <a16:creationId xmlns:a16="http://schemas.microsoft.com/office/drawing/2014/main" id="{12732145-06B0-A9E0-D7D0-5F58A5D4547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33" name="Oval 1532">
                    <a:extLst>
                      <a:ext uri="{FF2B5EF4-FFF2-40B4-BE49-F238E27FC236}">
                        <a16:creationId xmlns:a16="http://schemas.microsoft.com/office/drawing/2014/main" id="{CBBA98B8-822C-4C7B-4020-E613757F7FED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34" name="Oval 1533">
                    <a:extLst>
                      <a:ext uri="{FF2B5EF4-FFF2-40B4-BE49-F238E27FC236}">
                        <a16:creationId xmlns:a16="http://schemas.microsoft.com/office/drawing/2014/main" id="{1657CEE4-B7ED-1EB1-8B68-FE9830C1CBD1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35" name="Oval 1534">
                    <a:extLst>
                      <a:ext uri="{FF2B5EF4-FFF2-40B4-BE49-F238E27FC236}">
                        <a16:creationId xmlns:a16="http://schemas.microsoft.com/office/drawing/2014/main" id="{C8418E49-A902-AC67-A53B-061C393EDC2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36" name="Oval 1535">
                    <a:extLst>
                      <a:ext uri="{FF2B5EF4-FFF2-40B4-BE49-F238E27FC236}">
                        <a16:creationId xmlns:a16="http://schemas.microsoft.com/office/drawing/2014/main" id="{25AE7213-3A28-2DBD-032E-4FC9625DDE7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  <p:grpSp>
              <p:nvGrpSpPr>
                <p:cNvPr id="1524" name="Group 1523">
                  <a:extLst>
                    <a:ext uri="{FF2B5EF4-FFF2-40B4-BE49-F238E27FC236}">
                      <a16:creationId xmlns:a16="http://schemas.microsoft.com/office/drawing/2014/main" id="{C2F41D6D-3916-5EA4-DB36-F351425ABA9B}"/>
                    </a:ext>
                  </a:extLst>
                </p:cNvPr>
                <p:cNvGrpSpPr/>
                <p:nvPr userDrawn="1"/>
              </p:nvGrpSpPr>
              <p:grpSpPr>
                <a:xfrm>
                  <a:off x="7345737" y="4745336"/>
                  <a:ext cx="506048" cy="24282"/>
                  <a:chOff x="5133887" y="4748324"/>
                  <a:chExt cx="506048" cy="24282"/>
                </a:xfrm>
                <a:grpFill/>
              </p:grpSpPr>
              <p:sp>
                <p:nvSpPr>
                  <p:cNvPr id="1525" name="Oval 1524">
                    <a:extLst>
                      <a:ext uri="{FF2B5EF4-FFF2-40B4-BE49-F238E27FC236}">
                        <a16:creationId xmlns:a16="http://schemas.microsoft.com/office/drawing/2014/main" id="{24609ED2-7801-CF63-B9EF-EC55982C082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231564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26" name="Oval 1525">
                    <a:extLst>
                      <a:ext uri="{FF2B5EF4-FFF2-40B4-BE49-F238E27FC236}">
                        <a16:creationId xmlns:a16="http://schemas.microsoft.com/office/drawing/2014/main" id="{58DE1E0C-19A8-A176-915D-1CCF74017280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133887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27" name="Oval 1526">
                    <a:extLst>
                      <a:ext uri="{FF2B5EF4-FFF2-40B4-BE49-F238E27FC236}">
                        <a16:creationId xmlns:a16="http://schemas.microsoft.com/office/drawing/2014/main" id="{1CBC1D76-9045-B719-6E4E-47ED6726D055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42471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28" name="Oval 1527">
                    <a:extLst>
                      <a:ext uri="{FF2B5EF4-FFF2-40B4-BE49-F238E27FC236}">
                        <a16:creationId xmlns:a16="http://schemas.microsoft.com/office/drawing/2014/main" id="{AA12B7E2-A3A6-8C8E-8030-C2C275FC9A1B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329241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29" name="Oval 1528">
                    <a:extLst>
                      <a:ext uri="{FF2B5EF4-FFF2-40B4-BE49-F238E27FC236}">
                        <a16:creationId xmlns:a16="http://schemas.microsoft.com/office/drawing/2014/main" id="{66F6F015-ED0C-6D00-40E3-B4A8FE3CC7AF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520181" y="4748324"/>
                    <a:ext cx="24282" cy="2428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  <p:sp>
                <p:nvSpPr>
                  <p:cNvPr id="1530" name="Oval 1529">
                    <a:extLst>
                      <a:ext uri="{FF2B5EF4-FFF2-40B4-BE49-F238E27FC236}">
                        <a16:creationId xmlns:a16="http://schemas.microsoft.com/office/drawing/2014/main" id="{3ABD66A8-77D6-15D5-3647-D8E33BC45983}"/>
                      </a:ext>
                    </a:extLst>
                  </p:cNvPr>
                  <p:cNvSpPr/>
                  <p:nvPr userDrawn="1"/>
                </p:nvSpPr>
                <p:spPr>
                  <a:xfrm rot="16200000">
                    <a:off x="5617860" y="4749428"/>
                    <a:ext cx="22075" cy="22075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>
                      <a:latin typeface="Kalinga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518" name="Oval 1517">
                <a:extLst>
                  <a:ext uri="{FF2B5EF4-FFF2-40B4-BE49-F238E27FC236}">
                    <a16:creationId xmlns:a16="http://schemas.microsoft.com/office/drawing/2014/main" id="{6D7728DE-749A-8E9E-CAA4-A7B73C12C91D}"/>
                  </a:ext>
                </a:extLst>
              </p:cNvPr>
              <p:cNvSpPr/>
              <p:nvPr/>
            </p:nvSpPr>
            <p:spPr>
              <a:xfrm rot="16200000">
                <a:off x="3454592" y="507437"/>
                <a:ext cx="86010" cy="8601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 dirty="0">
                  <a:latin typeface="Kalinga" panose="020B0502040204020203" pitchFamily="34" charset="0"/>
                </a:endParaRPr>
              </a:p>
            </p:txBody>
          </p:sp>
        </p:grpSp>
        <p:sp>
          <p:nvSpPr>
            <p:cNvPr id="1515" name="Oval 1514">
              <a:extLst>
                <a:ext uri="{FF2B5EF4-FFF2-40B4-BE49-F238E27FC236}">
                  <a16:creationId xmlns:a16="http://schemas.microsoft.com/office/drawing/2014/main" id="{DA71778F-FC9C-D95C-761A-AFAE82C3BE5F}"/>
                </a:ext>
              </a:extLst>
            </p:cNvPr>
            <p:cNvSpPr/>
            <p:nvPr/>
          </p:nvSpPr>
          <p:spPr>
            <a:xfrm rot="16200000">
              <a:off x="9615959" y="747319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solidFill>
                  <a:srgbClr val="6FB2A6"/>
                </a:solidFill>
                <a:latin typeface="Kalinga" panose="020B0502040204020203" pitchFamily="34" charset="0"/>
              </a:endParaRPr>
            </a:p>
          </p:txBody>
        </p:sp>
        <p:sp>
          <p:nvSpPr>
            <p:cNvPr id="1516" name="Oval 1515">
              <a:extLst>
                <a:ext uri="{FF2B5EF4-FFF2-40B4-BE49-F238E27FC236}">
                  <a16:creationId xmlns:a16="http://schemas.microsoft.com/office/drawing/2014/main" id="{B8E8DC42-CCBA-6BB2-4B12-505CA2FB41AD}"/>
                </a:ext>
              </a:extLst>
            </p:cNvPr>
            <p:cNvSpPr/>
            <p:nvPr/>
          </p:nvSpPr>
          <p:spPr>
            <a:xfrm rot="16200000">
              <a:off x="8159785" y="738907"/>
              <a:ext cx="86010" cy="8601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>
                <a:latin typeface="Kalinga" panose="020B0502040204020203" pitchFamily="34" charset="0"/>
              </a:endParaRPr>
            </a:p>
          </p:txBody>
        </p:sp>
      </p:grpSp>
      <p:grpSp>
        <p:nvGrpSpPr>
          <p:cNvPr id="1557" name="Group 1556">
            <a:extLst>
              <a:ext uri="{FF2B5EF4-FFF2-40B4-BE49-F238E27FC236}">
                <a16:creationId xmlns:a16="http://schemas.microsoft.com/office/drawing/2014/main" id="{9EB66D8A-C444-9C81-CB80-F980218526FA}"/>
              </a:ext>
            </a:extLst>
          </p:cNvPr>
          <p:cNvGrpSpPr/>
          <p:nvPr/>
        </p:nvGrpSpPr>
        <p:grpSpPr>
          <a:xfrm>
            <a:off x="7901864" y="4338260"/>
            <a:ext cx="2901197" cy="1953147"/>
            <a:chOff x="7901864" y="4338260"/>
            <a:chExt cx="2901197" cy="1953147"/>
          </a:xfrm>
        </p:grpSpPr>
        <p:grpSp>
          <p:nvGrpSpPr>
            <p:cNvPr id="1558" name="Group 1557">
              <a:extLst>
                <a:ext uri="{FF2B5EF4-FFF2-40B4-BE49-F238E27FC236}">
                  <a16:creationId xmlns:a16="http://schemas.microsoft.com/office/drawing/2014/main" id="{E73967F2-F23E-006F-FB48-FFAAFD6D50C9}"/>
                </a:ext>
              </a:extLst>
            </p:cNvPr>
            <p:cNvGrpSpPr/>
            <p:nvPr/>
          </p:nvGrpSpPr>
          <p:grpSpPr>
            <a:xfrm>
              <a:off x="8282777" y="4338260"/>
              <a:ext cx="2520284" cy="1838348"/>
              <a:chOff x="2247576" y="4338260"/>
              <a:chExt cx="2520284" cy="1838348"/>
            </a:xfrm>
          </p:grpSpPr>
          <p:cxnSp>
            <p:nvCxnSpPr>
              <p:cNvPr id="1561" name="Straight Connector 1560">
                <a:extLst>
                  <a:ext uri="{FF2B5EF4-FFF2-40B4-BE49-F238E27FC236}">
                    <a16:creationId xmlns:a16="http://schemas.microsoft.com/office/drawing/2014/main" id="{728D7DBB-1B1D-EADE-824D-205980BA6D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47576" y="4338260"/>
                <a:ext cx="6278" cy="1216615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2" name="TextBox 1561">
                <a:extLst>
                  <a:ext uri="{FF2B5EF4-FFF2-40B4-BE49-F238E27FC236}">
                    <a16:creationId xmlns:a16="http://schemas.microsoft.com/office/drawing/2014/main" id="{E1723014-9E31-983E-B6B4-841DD116DCD5}"/>
                  </a:ext>
                </a:extLst>
              </p:cNvPr>
              <p:cNvSpPr txBox="1"/>
              <p:nvPr/>
            </p:nvSpPr>
            <p:spPr>
              <a:xfrm>
                <a:off x="2540732" y="4453059"/>
                <a:ext cx="2227128" cy="1723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Lorem ipsum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tempor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incididunt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Ut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amet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,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sectetur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adipiscing</a:t>
                </a:r>
                <a:endParaRPr lang="en-IL" sz="1100" dirty="0">
                  <a:latin typeface="Poppins Light" pitchFamily="2" charset="77"/>
                  <a:cs typeface="Poppins Light" pitchFamily="2" charset="7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Lorem ipsum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tempor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incididunt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Ut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amet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,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sectetur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adipiscing</a:t>
                </a:r>
                <a:endParaRPr lang="en-IL" sz="1100" dirty="0">
                  <a:latin typeface="Poppins Light" pitchFamily="2" charset="77"/>
                  <a:cs typeface="Poppins Light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L" sz="1400" dirty="0"/>
              </a:p>
            </p:txBody>
          </p:sp>
        </p:grpSp>
        <p:pic>
          <p:nvPicPr>
            <p:cNvPr id="1559" name="Graphic 1558">
              <a:extLst>
                <a:ext uri="{FF2B5EF4-FFF2-40B4-BE49-F238E27FC236}">
                  <a16:creationId xmlns:a16="http://schemas.microsoft.com/office/drawing/2014/main" id="{D805EB37-2A70-C3DC-0E9C-60C04142DB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901864" y="5521225"/>
              <a:ext cx="770182" cy="770182"/>
            </a:xfrm>
            <a:prstGeom prst="rect">
              <a:avLst/>
            </a:prstGeom>
          </p:spPr>
        </p:pic>
        <p:pic>
          <p:nvPicPr>
            <p:cNvPr id="1560" name="Graphic 1559">
              <a:extLst>
                <a:ext uri="{FF2B5EF4-FFF2-40B4-BE49-F238E27FC236}">
                  <a16:creationId xmlns:a16="http://schemas.microsoft.com/office/drawing/2014/main" id="{3F927E60-56BC-2F7E-9840-7B171E295B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64120" y="5763478"/>
              <a:ext cx="228600" cy="228600"/>
            </a:xfrm>
            <a:prstGeom prst="rect">
              <a:avLst/>
            </a:prstGeom>
          </p:spPr>
        </p:pic>
      </p:grpSp>
      <p:grpSp>
        <p:nvGrpSpPr>
          <p:cNvPr id="1592" name="Group 1591">
            <a:extLst>
              <a:ext uri="{FF2B5EF4-FFF2-40B4-BE49-F238E27FC236}">
                <a16:creationId xmlns:a16="http://schemas.microsoft.com/office/drawing/2014/main" id="{2E3CBFC9-C193-E68E-0401-DA670EF9E1CA}"/>
              </a:ext>
            </a:extLst>
          </p:cNvPr>
          <p:cNvGrpSpPr/>
          <p:nvPr/>
        </p:nvGrpSpPr>
        <p:grpSpPr>
          <a:xfrm>
            <a:off x="7141612" y="2256119"/>
            <a:ext cx="2257989" cy="1228688"/>
            <a:chOff x="7141612" y="2256119"/>
            <a:chExt cx="2257989" cy="1228688"/>
          </a:xfrm>
        </p:grpSpPr>
        <p:grpSp>
          <p:nvGrpSpPr>
            <p:cNvPr id="1464" name="Group 1463">
              <a:extLst>
                <a:ext uri="{FF2B5EF4-FFF2-40B4-BE49-F238E27FC236}">
                  <a16:creationId xmlns:a16="http://schemas.microsoft.com/office/drawing/2014/main" id="{4A8E5F6E-7353-9189-28C3-22205DFF012C}"/>
                </a:ext>
              </a:extLst>
            </p:cNvPr>
            <p:cNvGrpSpPr/>
            <p:nvPr/>
          </p:nvGrpSpPr>
          <p:grpSpPr>
            <a:xfrm>
              <a:off x="7141612" y="2256119"/>
              <a:ext cx="2257989" cy="1228688"/>
              <a:chOff x="7141612" y="2256119"/>
              <a:chExt cx="2257989" cy="1228688"/>
            </a:xfrm>
          </p:grpSpPr>
          <p:grpSp>
            <p:nvGrpSpPr>
              <p:cNvPr id="1465" name="Group 1464">
                <a:extLst>
                  <a:ext uri="{FF2B5EF4-FFF2-40B4-BE49-F238E27FC236}">
                    <a16:creationId xmlns:a16="http://schemas.microsoft.com/office/drawing/2014/main" id="{587C5836-8217-6B19-6E2C-E7770A6B615D}"/>
                  </a:ext>
                </a:extLst>
              </p:cNvPr>
              <p:cNvGrpSpPr/>
              <p:nvPr/>
            </p:nvGrpSpPr>
            <p:grpSpPr>
              <a:xfrm>
                <a:off x="7515717" y="2334490"/>
                <a:ext cx="1883884" cy="1150317"/>
                <a:chOff x="1480516" y="2334490"/>
                <a:chExt cx="1883884" cy="1150317"/>
              </a:xfrm>
            </p:grpSpPr>
            <p:cxnSp>
              <p:nvCxnSpPr>
                <p:cNvPr id="1467" name="Straight Connector 1466">
                  <a:extLst>
                    <a:ext uri="{FF2B5EF4-FFF2-40B4-BE49-F238E27FC236}">
                      <a16:creationId xmlns:a16="http://schemas.microsoft.com/office/drawing/2014/main" id="{7A3F4A8D-8571-2ADC-C015-FD8BC0E5BE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516" y="2962002"/>
                  <a:ext cx="7191" cy="522805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8" name="TextBox 1467">
                  <a:extLst>
                    <a:ext uri="{FF2B5EF4-FFF2-40B4-BE49-F238E27FC236}">
                      <a16:creationId xmlns:a16="http://schemas.microsoft.com/office/drawing/2014/main" id="{9ED3294B-5B28-E60A-38C9-76D2DF5BFC97}"/>
                    </a:ext>
                  </a:extLst>
                </p:cNvPr>
                <p:cNvSpPr txBox="1"/>
                <p:nvPr/>
              </p:nvSpPr>
              <p:spPr>
                <a:xfrm>
                  <a:off x="1825079" y="2334490"/>
                  <a:ext cx="1539321" cy="8156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US" sz="1100" dirty="0">
                      <a:latin typeface="Poppins Light" pitchFamily="2" charset="77"/>
                      <a:cs typeface="Poppins Light" pitchFamily="2" charset="77"/>
                    </a:rPr>
                    <a:t>Lorem ipsum </a:t>
                  </a:r>
                  <a:r>
                    <a:rPr lang="en-US" sz="1100" dirty="0" err="1">
                      <a:latin typeface="Poppins Light" pitchFamily="2" charset="77"/>
                      <a:cs typeface="Poppins Light" pitchFamily="2" charset="77"/>
                    </a:rPr>
                    <a:t>tempor</a:t>
                  </a:r>
                  <a:r>
                    <a:rPr lang="en-US" sz="1100" dirty="0">
                      <a:latin typeface="Poppins Light" pitchFamily="2" charset="77"/>
                      <a:cs typeface="Poppins Light" pitchFamily="2" charset="77"/>
                    </a:rPr>
                    <a:t> </a:t>
                  </a:r>
                  <a:r>
                    <a:rPr lang="en-US" sz="1100" dirty="0" err="1">
                      <a:latin typeface="Poppins Light" pitchFamily="2" charset="77"/>
                      <a:cs typeface="Poppins Light" pitchFamily="2" charset="77"/>
                    </a:rPr>
                    <a:t>incididunt</a:t>
                  </a:r>
                  <a:r>
                    <a:rPr lang="en-US" sz="1100" dirty="0">
                      <a:latin typeface="Poppins Light" pitchFamily="2" charset="77"/>
                      <a:cs typeface="Poppins Light" pitchFamily="2" charset="77"/>
                    </a:rPr>
                    <a:t> </a:t>
                  </a:r>
                </a:p>
                <a:p>
                  <a:endParaRPr lang="en-IL" sz="1400" dirty="0"/>
                </a:p>
              </p:txBody>
            </p:sp>
          </p:grpSp>
          <p:pic>
            <p:nvPicPr>
              <p:cNvPr id="1466" name="Graphic 1465">
                <a:extLst>
                  <a:ext uri="{FF2B5EF4-FFF2-40B4-BE49-F238E27FC236}">
                    <a16:creationId xmlns:a16="http://schemas.microsoft.com/office/drawing/2014/main" id="{BE7D6200-D8DA-F2B7-FAA9-3787D7543F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7141612" y="2256119"/>
                <a:ext cx="770182" cy="770182"/>
              </a:xfrm>
              <a:prstGeom prst="rect">
                <a:avLst/>
              </a:prstGeom>
            </p:spPr>
          </p:pic>
        </p:grpSp>
        <p:pic>
          <p:nvPicPr>
            <p:cNvPr id="1563" name="Graphic 1562">
              <a:extLst>
                <a:ext uri="{FF2B5EF4-FFF2-40B4-BE49-F238E27FC236}">
                  <a16:creationId xmlns:a16="http://schemas.microsoft.com/office/drawing/2014/main" id="{67B0FA1A-2FDD-6EEC-2C96-600100E5EA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09319" y="2502339"/>
              <a:ext cx="228600" cy="228600"/>
            </a:xfrm>
            <a:prstGeom prst="rect">
              <a:avLst/>
            </a:prstGeom>
          </p:spPr>
        </p:pic>
      </p:grpSp>
      <p:grpSp>
        <p:nvGrpSpPr>
          <p:cNvPr id="1564" name="Group 1563">
            <a:extLst>
              <a:ext uri="{FF2B5EF4-FFF2-40B4-BE49-F238E27FC236}">
                <a16:creationId xmlns:a16="http://schemas.microsoft.com/office/drawing/2014/main" id="{C894C47A-F0AE-BBEC-E32E-84B6D399EB02}"/>
              </a:ext>
            </a:extLst>
          </p:cNvPr>
          <p:cNvGrpSpPr/>
          <p:nvPr/>
        </p:nvGrpSpPr>
        <p:grpSpPr>
          <a:xfrm>
            <a:off x="4154904" y="1640010"/>
            <a:ext cx="2992009" cy="1849630"/>
            <a:chOff x="4154904" y="1640010"/>
            <a:chExt cx="2992009" cy="1849630"/>
          </a:xfrm>
        </p:grpSpPr>
        <p:grpSp>
          <p:nvGrpSpPr>
            <p:cNvPr id="1565" name="Group 1564">
              <a:extLst>
                <a:ext uri="{FF2B5EF4-FFF2-40B4-BE49-F238E27FC236}">
                  <a16:creationId xmlns:a16="http://schemas.microsoft.com/office/drawing/2014/main" id="{C21835D7-F370-32B3-87F0-2DF9B6BBC7E7}"/>
                </a:ext>
              </a:extLst>
            </p:cNvPr>
            <p:cNvGrpSpPr/>
            <p:nvPr/>
          </p:nvGrpSpPr>
          <p:grpSpPr>
            <a:xfrm>
              <a:off x="4555786" y="1656745"/>
              <a:ext cx="2591127" cy="1832895"/>
              <a:chOff x="1477355" y="1656745"/>
              <a:chExt cx="2591127" cy="1832895"/>
            </a:xfrm>
          </p:grpSpPr>
          <p:cxnSp>
            <p:nvCxnSpPr>
              <p:cNvPr id="1568" name="Straight Connector 1567">
                <a:extLst>
                  <a:ext uri="{FF2B5EF4-FFF2-40B4-BE49-F238E27FC236}">
                    <a16:creationId xmlns:a16="http://schemas.microsoft.com/office/drawing/2014/main" id="{B352084E-2DB9-E916-C55E-79BE597CE5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477355" y="2341519"/>
                <a:ext cx="15791" cy="114812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9" name="TextBox 1568">
                <a:extLst>
                  <a:ext uri="{FF2B5EF4-FFF2-40B4-BE49-F238E27FC236}">
                    <a16:creationId xmlns:a16="http://schemas.microsoft.com/office/drawing/2014/main" id="{78C72FDE-E4A3-6221-56EE-DAC70C197AEC}"/>
                  </a:ext>
                </a:extLst>
              </p:cNvPr>
              <p:cNvSpPr txBox="1"/>
              <p:nvPr/>
            </p:nvSpPr>
            <p:spPr>
              <a:xfrm>
                <a:off x="1841354" y="1656745"/>
                <a:ext cx="2227128" cy="1723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Lorem ipsum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tempor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incididunt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Ut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amet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,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sectetur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adipiscing</a:t>
                </a:r>
                <a:endParaRPr lang="en-IL" sz="1100" dirty="0">
                  <a:latin typeface="Poppins Light" pitchFamily="2" charset="77"/>
                  <a:cs typeface="Poppins Light" pitchFamily="2" charset="7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Lorem ipsum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tempor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incididunt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Ut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amet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,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sectetur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adipiscing</a:t>
                </a:r>
                <a:endParaRPr lang="en-IL" sz="1100" dirty="0">
                  <a:latin typeface="Poppins Light" pitchFamily="2" charset="77"/>
                  <a:cs typeface="Poppins Light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L" sz="1400" dirty="0"/>
              </a:p>
            </p:txBody>
          </p:sp>
        </p:grpSp>
        <p:pic>
          <p:nvPicPr>
            <p:cNvPr id="1566" name="Graphic 1565">
              <a:extLst>
                <a:ext uri="{FF2B5EF4-FFF2-40B4-BE49-F238E27FC236}">
                  <a16:creationId xmlns:a16="http://schemas.microsoft.com/office/drawing/2014/main" id="{F9365513-6D8C-23CD-CEF8-DC165787FD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154904" y="1640010"/>
              <a:ext cx="770182" cy="770182"/>
            </a:xfrm>
            <a:prstGeom prst="rect">
              <a:avLst/>
            </a:prstGeom>
          </p:spPr>
        </p:pic>
        <p:pic>
          <p:nvPicPr>
            <p:cNvPr id="1567" name="Graphic 1566">
              <a:extLst>
                <a:ext uri="{FF2B5EF4-FFF2-40B4-BE49-F238E27FC236}">
                  <a16:creationId xmlns:a16="http://schemas.microsoft.com/office/drawing/2014/main" id="{86A6B53C-6E41-AF27-0B82-5407405640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20895" y="1880767"/>
              <a:ext cx="228600" cy="228600"/>
            </a:xfrm>
            <a:prstGeom prst="rect">
              <a:avLst/>
            </a:prstGeom>
          </p:spPr>
        </p:pic>
      </p:grpSp>
      <p:grpSp>
        <p:nvGrpSpPr>
          <p:cNvPr id="1570" name="Group 1569">
            <a:extLst>
              <a:ext uri="{FF2B5EF4-FFF2-40B4-BE49-F238E27FC236}">
                <a16:creationId xmlns:a16="http://schemas.microsoft.com/office/drawing/2014/main" id="{75D3F62E-7C14-B3AB-6E25-0E418F9BC72C}"/>
              </a:ext>
            </a:extLst>
          </p:cNvPr>
          <p:cNvGrpSpPr/>
          <p:nvPr/>
        </p:nvGrpSpPr>
        <p:grpSpPr>
          <a:xfrm>
            <a:off x="9346555" y="1107601"/>
            <a:ext cx="2995467" cy="2353911"/>
            <a:chOff x="9346555" y="1107601"/>
            <a:chExt cx="2995467" cy="2353911"/>
          </a:xfrm>
        </p:grpSpPr>
        <p:cxnSp>
          <p:nvCxnSpPr>
            <p:cNvPr id="1571" name="Straight Connector 1570">
              <a:extLst>
                <a:ext uri="{FF2B5EF4-FFF2-40B4-BE49-F238E27FC236}">
                  <a16:creationId xmlns:a16="http://schemas.microsoft.com/office/drawing/2014/main" id="{74EA0CCF-D29B-0970-9B76-4E9B6CE43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31646" y="1815266"/>
              <a:ext cx="0" cy="164624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72" name="Graphic 1571">
              <a:extLst>
                <a:ext uri="{FF2B5EF4-FFF2-40B4-BE49-F238E27FC236}">
                  <a16:creationId xmlns:a16="http://schemas.microsoft.com/office/drawing/2014/main" id="{3D4C51A7-F54B-00D9-3738-46C1967F2F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46555" y="1107601"/>
              <a:ext cx="770182" cy="770182"/>
            </a:xfrm>
            <a:prstGeom prst="rect">
              <a:avLst/>
            </a:prstGeom>
          </p:spPr>
        </p:pic>
        <p:sp>
          <p:nvSpPr>
            <p:cNvPr id="1573" name="TextBox 1572">
              <a:extLst>
                <a:ext uri="{FF2B5EF4-FFF2-40B4-BE49-F238E27FC236}">
                  <a16:creationId xmlns:a16="http://schemas.microsoft.com/office/drawing/2014/main" id="{D19D0E55-8E5E-C1D2-6CEF-57D3F28DF562}"/>
                </a:ext>
              </a:extLst>
            </p:cNvPr>
            <p:cNvSpPr txBox="1"/>
            <p:nvPr/>
          </p:nvSpPr>
          <p:spPr>
            <a:xfrm>
              <a:off x="10114894" y="1193302"/>
              <a:ext cx="2227128" cy="2169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Lorem ipsum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tempor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incididunt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Ut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amet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,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sectetur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adipiscing</a:t>
              </a:r>
              <a:endParaRPr lang="en-IL" sz="1100" dirty="0">
                <a:latin typeface="Poppins Light" pitchFamily="2" charset="77"/>
                <a:cs typeface="Poppins Light" pitchFamily="2" charset="7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Lorem ipsum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tempor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incididunt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Ut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amet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,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sectetur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adipiscing</a:t>
              </a:r>
              <a:endParaRPr lang="en-US" sz="1100" dirty="0">
                <a:latin typeface="Poppins Light" pitchFamily="2" charset="77"/>
                <a:cs typeface="Poppins Light" pitchFamily="2" charset="7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Lorem ipsum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tempor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incididunt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IL" sz="1100" dirty="0">
                <a:latin typeface="Poppins Light" pitchFamily="2" charset="77"/>
                <a:cs typeface="Poppins Light" pitchFamily="2" charset="7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L" sz="1400" dirty="0"/>
            </a:p>
          </p:txBody>
        </p:sp>
        <p:pic>
          <p:nvPicPr>
            <p:cNvPr id="1574" name="Graphic 1573">
              <a:extLst>
                <a:ext uri="{FF2B5EF4-FFF2-40B4-BE49-F238E27FC236}">
                  <a16:creationId xmlns:a16="http://schemas.microsoft.com/office/drawing/2014/main" id="{F50F4576-86D0-32AB-7FB8-B2C83FE400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617346" y="1352148"/>
              <a:ext cx="228600" cy="228600"/>
            </a:xfrm>
            <a:prstGeom prst="rect">
              <a:avLst/>
            </a:prstGeom>
          </p:spPr>
        </p:pic>
      </p:grpSp>
      <p:grpSp>
        <p:nvGrpSpPr>
          <p:cNvPr id="1575" name="Group 1574">
            <a:extLst>
              <a:ext uri="{FF2B5EF4-FFF2-40B4-BE49-F238E27FC236}">
                <a16:creationId xmlns:a16="http://schemas.microsoft.com/office/drawing/2014/main" id="{D0CD6BDC-B74D-3819-02EA-B18D76C0141F}"/>
              </a:ext>
            </a:extLst>
          </p:cNvPr>
          <p:cNvGrpSpPr/>
          <p:nvPr/>
        </p:nvGrpSpPr>
        <p:grpSpPr>
          <a:xfrm>
            <a:off x="1230167" y="2174622"/>
            <a:ext cx="2961024" cy="1318761"/>
            <a:chOff x="1230167" y="2174622"/>
            <a:chExt cx="2961024" cy="1318761"/>
          </a:xfrm>
        </p:grpSpPr>
        <p:grpSp>
          <p:nvGrpSpPr>
            <p:cNvPr id="1576" name="Group 1575">
              <a:extLst>
                <a:ext uri="{FF2B5EF4-FFF2-40B4-BE49-F238E27FC236}">
                  <a16:creationId xmlns:a16="http://schemas.microsoft.com/office/drawing/2014/main" id="{B7E7E303-20BA-EC2F-B7CC-DB0A31C379BA}"/>
                </a:ext>
              </a:extLst>
            </p:cNvPr>
            <p:cNvGrpSpPr/>
            <p:nvPr/>
          </p:nvGrpSpPr>
          <p:grpSpPr>
            <a:xfrm>
              <a:off x="1615258" y="2281034"/>
              <a:ext cx="2575933" cy="1212349"/>
              <a:chOff x="1493146" y="2277291"/>
              <a:chExt cx="2575933" cy="1212349"/>
            </a:xfrm>
          </p:grpSpPr>
          <p:cxnSp>
            <p:nvCxnSpPr>
              <p:cNvPr id="1579" name="Straight Connector 1578">
                <a:extLst>
                  <a:ext uri="{FF2B5EF4-FFF2-40B4-BE49-F238E27FC236}">
                    <a16:creationId xmlns:a16="http://schemas.microsoft.com/office/drawing/2014/main" id="{26136DB6-64C8-A353-DB54-0C44C421CD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3146" y="2881223"/>
                <a:ext cx="0" cy="608417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80" name="TextBox 1579">
                <a:extLst>
                  <a:ext uri="{FF2B5EF4-FFF2-40B4-BE49-F238E27FC236}">
                    <a16:creationId xmlns:a16="http://schemas.microsoft.com/office/drawing/2014/main" id="{96D3658D-9E75-8164-487D-9A3C82788FA4}"/>
                  </a:ext>
                </a:extLst>
              </p:cNvPr>
              <p:cNvSpPr txBox="1"/>
              <p:nvPr/>
            </p:nvSpPr>
            <p:spPr>
              <a:xfrm>
                <a:off x="1841951" y="2277291"/>
                <a:ext cx="2227128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Lorem ipsum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tempor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incididunt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Ut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amet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,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sectetur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adipiscing</a:t>
                </a:r>
                <a:endParaRPr lang="en-IL" sz="1100" dirty="0">
                  <a:latin typeface="Poppins Light" pitchFamily="2" charset="77"/>
                  <a:cs typeface="Poppins Light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L" sz="1400" dirty="0"/>
              </a:p>
            </p:txBody>
          </p:sp>
        </p:grpSp>
        <p:pic>
          <p:nvPicPr>
            <p:cNvPr id="1577" name="Graphic 1576">
              <a:extLst>
                <a:ext uri="{FF2B5EF4-FFF2-40B4-BE49-F238E27FC236}">
                  <a16:creationId xmlns:a16="http://schemas.microsoft.com/office/drawing/2014/main" id="{02A54104-5FAE-89CA-B69D-4E5B1EBB37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30167" y="2174622"/>
              <a:ext cx="770182" cy="770182"/>
            </a:xfrm>
            <a:prstGeom prst="rect">
              <a:avLst/>
            </a:prstGeom>
          </p:spPr>
        </p:pic>
        <p:pic>
          <p:nvPicPr>
            <p:cNvPr id="1578" name="Graphic 1577">
              <a:extLst>
                <a:ext uri="{FF2B5EF4-FFF2-40B4-BE49-F238E27FC236}">
                  <a16:creationId xmlns:a16="http://schemas.microsoft.com/office/drawing/2014/main" id="{BD39865C-ED08-0181-53C3-66F48356AB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93080" y="2397799"/>
              <a:ext cx="228600" cy="228600"/>
            </a:xfrm>
            <a:prstGeom prst="rect">
              <a:avLst/>
            </a:prstGeom>
          </p:spPr>
        </p:pic>
      </p:grpSp>
      <p:grpSp>
        <p:nvGrpSpPr>
          <p:cNvPr id="1581" name="Group 1580">
            <a:extLst>
              <a:ext uri="{FF2B5EF4-FFF2-40B4-BE49-F238E27FC236}">
                <a16:creationId xmlns:a16="http://schemas.microsoft.com/office/drawing/2014/main" id="{80000DDA-7825-8C57-BBF2-23A9B05A38C2}"/>
              </a:ext>
            </a:extLst>
          </p:cNvPr>
          <p:cNvGrpSpPr/>
          <p:nvPr/>
        </p:nvGrpSpPr>
        <p:grpSpPr>
          <a:xfrm>
            <a:off x="3999965" y="4330370"/>
            <a:ext cx="2450553" cy="1412263"/>
            <a:chOff x="3999965" y="4330370"/>
            <a:chExt cx="2450553" cy="1412263"/>
          </a:xfrm>
        </p:grpSpPr>
        <p:grpSp>
          <p:nvGrpSpPr>
            <p:cNvPr id="1582" name="Group 1581">
              <a:extLst>
                <a:ext uri="{FF2B5EF4-FFF2-40B4-BE49-F238E27FC236}">
                  <a16:creationId xmlns:a16="http://schemas.microsoft.com/office/drawing/2014/main" id="{9D9FFA0F-3450-2A17-4918-A78FE067BC45}"/>
                </a:ext>
              </a:extLst>
            </p:cNvPr>
            <p:cNvGrpSpPr/>
            <p:nvPr/>
          </p:nvGrpSpPr>
          <p:grpSpPr>
            <a:xfrm>
              <a:off x="3999965" y="4330370"/>
              <a:ext cx="2227128" cy="1412263"/>
              <a:chOff x="921534" y="4330370"/>
              <a:chExt cx="2227128" cy="1412263"/>
            </a:xfrm>
          </p:grpSpPr>
          <p:cxnSp>
            <p:nvCxnSpPr>
              <p:cNvPr id="1585" name="Straight Connector 1584">
                <a:extLst>
                  <a:ext uri="{FF2B5EF4-FFF2-40B4-BE49-F238E27FC236}">
                    <a16:creationId xmlns:a16="http://schemas.microsoft.com/office/drawing/2014/main" id="{BC2DDD33-0B65-DFFF-9881-7562AC4BDCA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2986997" y="4330370"/>
                <a:ext cx="0" cy="608417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86" name="TextBox 1585">
                <a:extLst>
                  <a:ext uri="{FF2B5EF4-FFF2-40B4-BE49-F238E27FC236}">
                    <a16:creationId xmlns:a16="http://schemas.microsoft.com/office/drawing/2014/main" id="{64953521-8F24-AFA9-D7FE-BF7FCBA573A7}"/>
                  </a:ext>
                </a:extLst>
              </p:cNvPr>
              <p:cNvSpPr txBox="1"/>
              <p:nvPr/>
            </p:nvSpPr>
            <p:spPr>
              <a:xfrm>
                <a:off x="921534" y="4757748"/>
                <a:ext cx="2227128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Lorem ipsum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tempor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incididunt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Ut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amet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,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sectetur</a:t>
                </a:r>
                <a:r>
                  <a:rPr lang="en-US" sz="1100" dirty="0">
                    <a:latin typeface="Poppins Light" pitchFamily="2" charset="77"/>
                    <a:cs typeface="Poppins Light" pitchFamily="2" charset="77"/>
                  </a:rPr>
                  <a:t> </a:t>
                </a:r>
                <a:r>
                  <a:rPr lang="en-US" sz="1100" dirty="0" err="1">
                    <a:latin typeface="Poppins Light" pitchFamily="2" charset="77"/>
                    <a:cs typeface="Poppins Light" pitchFamily="2" charset="77"/>
                  </a:rPr>
                  <a:t>adipiscing</a:t>
                </a:r>
                <a:endParaRPr lang="en-IL" sz="1100" dirty="0">
                  <a:latin typeface="Poppins Light" pitchFamily="2" charset="77"/>
                  <a:cs typeface="Poppins Light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L" sz="1400" dirty="0"/>
              </a:p>
            </p:txBody>
          </p:sp>
        </p:grpSp>
        <p:pic>
          <p:nvPicPr>
            <p:cNvPr id="1583" name="Graphic 1582">
              <a:extLst>
                <a:ext uri="{FF2B5EF4-FFF2-40B4-BE49-F238E27FC236}">
                  <a16:creationId xmlns:a16="http://schemas.microsoft.com/office/drawing/2014/main" id="{32D7FF51-C25A-FEC7-B9E7-5836A9CE83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680336" y="4890113"/>
              <a:ext cx="770182" cy="770182"/>
            </a:xfrm>
            <a:prstGeom prst="rect">
              <a:avLst/>
            </a:prstGeom>
          </p:spPr>
        </p:pic>
        <p:pic>
          <p:nvPicPr>
            <p:cNvPr id="1584" name="Graphic 1583">
              <a:extLst>
                <a:ext uri="{FF2B5EF4-FFF2-40B4-BE49-F238E27FC236}">
                  <a16:creationId xmlns:a16="http://schemas.microsoft.com/office/drawing/2014/main" id="{BD40CD7D-3B3F-D983-76EA-9B1744087B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949887" y="5121264"/>
              <a:ext cx="228600" cy="228600"/>
            </a:xfrm>
            <a:prstGeom prst="rect">
              <a:avLst/>
            </a:prstGeom>
          </p:spPr>
        </p:pic>
      </p:grpSp>
      <p:grpSp>
        <p:nvGrpSpPr>
          <p:cNvPr id="1587" name="Group 1586">
            <a:extLst>
              <a:ext uri="{FF2B5EF4-FFF2-40B4-BE49-F238E27FC236}">
                <a16:creationId xmlns:a16="http://schemas.microsoft.com/office/drawing/2014/main" id="{EE96E819-E7ED-5518-8A54-C32925272ACC}"/>
              </a:ext>
            </a:extLst>
          </p:cNvPr>
          <p:cNvGrpSpPr/>
          <p:nvPr/>
        </p:nvGrpSpPr>
        <p:grpSpPr>
          <a:xfrm>
            <a:off x="496862" y="4330330"/>
            <a:ext cx="2983770" cy="1461441"/>
            <a:chOff x="496862" y="4330330"/>
            <a:chExt cx="2983770" cy="1461441"/>
          </a:xfrm>
        </p:grpSpPr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253B98C7-1519-2530-54F0-D988646684A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82246" y="4330330"/>
              <a:ext cx="0" cy="608417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89" name="TextBox 1588">
              <a:extLst>
                <a:ext uri="{FF2B5EF4-FFF2-40B4-BE49-F238E27FC236}">
                  <a16:creationId xmlns:a16="http://schemas.microsoft.com/office/drawing/2014/main" id="{1AB5BD20-A050-79F5-DB40-7ED20707AD04}"/>
                </a:ext>
              </a:extLst>
            </p:cNvPr>
            <p:cNvSpPr txBox="1"/>
            <p:nvPr/>
          </p:nvSpPr>
          <p:spPr>
            <a:xfrm>
              <a:off x="1253504" y="4806886"/>
              <a:ext cx="2227128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Lorem ipsum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tempor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incididunt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Ut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amet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,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sectetur</a:t>
              </a:r>
              <a:r>
                <a:rPr lang="en-US" sz="1100" dirty="0">
                  <a:latin typeface="Poppins Light" pitchFamily="2" charset="77"/>
                  <a:cs typeface="Poppins Light" pitchFamily="2" charset="77"/>
                </a:rPr>
                <a:t> </a:t>
              </a:r>
              <a:r>
                <a:rPr lang="en-US" sz="1100" dirty="0" err="1">
                  <a:latin typeface="Poppins Light" pitchFamily="2" charset="77"/>
                  <a:cs typeface="Poppins Light" pitchFamily="2" charset="77"/>
                </a:rPr>
                <a:t>adipiscing</a:t>
              </a:r>
              <a:endParaRPr lang="en-IL" sz="1100" dirty="0">
                <a:latin typeface="Poppins Light" pitchFamily="2" charset="77"/>
                <a:cs typeface="Poppins Light" pitchFamily="2" charset="7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L" sz="1400" dirty="0"/>
            </a:p>
          </p:txBody>
        </p:sp>
        <p:pic>
          <p:nvPicPr>
            <p:cNvPr id="1590" name="Graphic 1589">
              <a:extLst>
                <a:ext uri="{FF2B5EF4-FFF2-40B4-BE49-F238E27FC236}">
                  <a16:creationId xmlns:a16="http://schemas.microsoft.com/office/drawing/2014/main" id="{2A122D80-0BE1-6EB1-D107-897AA718AC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96862" y="4890113"/>
              <a:ext cx="770182" cy="770182"/>
            </a:xfrm>
            <a:prstGeom prst="rect">
              <a:avLst/>
            </a:prstGeom>
          </p:spPr>
        </p:pic>
        <p:pic>
          <p:nvPicPr>
            <p:cNvPr id="1591" name="Graphic 1590">
              <a:extLst>
                <a:ext uri="{FF2B5EF4-FFF2-40B4-BE49-F238E27FC236}">
                  <a16:creationId xmlns:a16="http://schemas.microsoft.com/office/drawing/2014/main" id="{17E57CD5-E59C-3B47-F5B8-D27DC9D85C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5021" y="5135890"/>
              <a:ext cx="228600" cy="228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61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CA9DED5-768D-AF4F-1B27-C93DD0B55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247106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00B3A4-08C6-2F5B-F879-A2CD69BEC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19</a:t>
            </a:fld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0AF4D-BC77-7198-C21B-96383B4605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6661A6-EF9B-C775-0693-845140C5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40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7A74AE-9C07-B34B-27FA-481766F66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20</a:t>
            </a:fld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1EBC9-5D9D-1D68-F976-F9AC370924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315B17-AE7B-44D1-4D59-5C3C8EBCB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93288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">
  <a:themeElements>
    <a:clrScheme name="Cato Colors">
      <a:dk1>
        <a:srgbClr val="182D29"/>
      </a:dk1>
      <a:lt1>
        <a:srgbClr val="F6F6F7"/>
      </a:lt1>
      <a:dk2>
        <a:srgbClr val="2B3033"/>
      </a:dk2>
      <a:lt2>
        <a:srgbClr val="168763"/>
      </a:lt2>
      <a:accent1>
        <a:srgbClr val="38D9A7"/>
      </a:accent1>
      <a:accent2>
        <a:srgbClr val="FEC756"/>
      </a:accent2>
      <a:accent3>
        <a:srgbClr val="9955BA"/>
      </a:accent3>
      <a:accent4>
        <a:srgbClr val="FF6F5B"/>
      </a:accent4>
      <a:accent5>
        <a:srgbClr val="55CBF2"/>
      </a:accent5>
      <a:accent6>
        <a:srgbClr val="B5CBCB"/>
      </a:accent6>
      <a:hlink>
        <a:srgbClr val="FFFFFF"/>
      </a:hlink>
      <a:folHlink>
        <a:srgbClr val="FFFF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31822FEBF6E245AB1E4980A56930E5" ma:contentTypeVersion="18" ma:contentTypeDescription="Create a new document." ma:contentTypeScope="" ma:versionID="1c17f3a3c62afe5fb1a60f03a045ff32">
  <xsd:schema xmlns:xsd="http://www.w3.org/2001/XMLSchema" xmlns:xs="http://www.w3.org/2001/XMLSchema" xmlns:p="http://schemas.microsoft.com/office/2006/metadata/properties" xmlns:ns2="5c1d4f2b-d8fd-4383-87e8-8b5ebbd8f45e" xmlns:ns3="95fa5f4f-e043-43eb-ac46-626158dec0a8" targetNamespace="http://schemas.microsoft.com/office/2006/metadata/properties" ma:root="true" ma:fieldsID="47188176bc8debd4209770b2e6ac96bd" ns2:_="" ns3:_="">
    <xsd:import namespace="5c1d4f2b-d8fd-4383-87e8-8b5ebbd8f45e"/>
    <xsd:import namespace="95fa5f4f-e043-43eb-ac46-626158dec0a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1d4f2b-d8fd-4383-87e8-8b5ebbd8f45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e95ddf85-6b7b-4df6-b712-86e16a18e1ce}" ma:internalName="TaxCatchAll" ma:showField="CatchAllData" ma:web="5c1d4f2b-d8fd-4383-87e8-8b5ebbd8f4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fa5f4f-e043-43eb-ac46-626158dec0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bb4fd814-cd30-4341-b83e-5a3d1412f9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5fa5f4f-e043-43eb-ac46-626158dec0a8">
      <Terms xmlns="http://schemas.microsoft.com/office/infopath/2007/PartnerControls"/>
    </lcf76f155ced4ddcb4097134ff3c332f>
    <TaxCatchAll xmlns="5c1d4f2b-d8fd-4383-87e8-8b5ebbd8f45e" xsi:nil="true"/>
  </documentManagement>
</p:properties>
</file>

<file path=customXml/itemProps1.xml><?xml version="1.0" encoding="utf-8"?>
<ds:datastoreItem xmlns:ds="http://schemas.openxmlformats.org/officeDocument/2006/customXml" ds:itemID="{5DB57165-F07B-4C22-86D1-7F2254787C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1d4f2b-d8fd-4383-87e8-8b5ebbd8f45e"/>
    <ds:schemaRef ds:uri="95fa5f4f-e043-43eb-ac46-626158dec0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3E6C32-3B95-4083-9FCA-62B8DB8601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C333A7-B725-498F-A594-A2BFEAEA4808}">
  <ds:schemaRefs>
    <ds:schemaRef ds:uri="http://schemas.microsoft.com/office/2006/metadata/properties"/>
    <ds:schemaRef ds:uri="http://schemas.microsoft.com/office/infopath/2007/PartnerControls"/>
    <ds:schemaRef ds:uri="95fa5f4f-e043-43eb-ac46-626158dec0a8"/>
    <ds:schemaRef ds:uri="5c1d4f2b-d8fd-4383-87e8-8b5ebbd8f45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23983</TotalTime>
  <Words>1021</Words>
  <Application>Microsoft Office PowerPoint</Application>
  <PresentationFormat>Widescreen</PresentationFormat>
  <Paragraphs>231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Slides</vt:lpstr>
      <vt:lpstr>PowerPoint Presentation</vt:lpstr>
      <vt:lpstr>PowerPoint Presentation</vt:lpstr>
      <vt:lpstr>PowerPoint Presentation</vt:lpstr>
      <vt:lpstr>Cato Global Lorem Ipsum Dolor</vt:lpstr>
      <vt:lpstr>PowerPoint Presentation</vt:lpstr>
      <vt:lpstr>Lorem Ipsum Dolor Amet</vt:lpstr>
      <vt:lpstr>Lorem Ipsum</vt:lpstr>
      <vt:lpstr>Lorem Ipsum Dolor Amet</vt:lpstr>
      <vt:lpstr>Lorem Ipsum Dolor Amet</vt:lpstr>
      <vt:lpstr>PowerPoint Presentation</vt:lpstr>
      <vt:lpstr>Timeline Roadmap</vt:lpstr>
      <vt:lpstr>Thank You!</vt:lpstr>
      <vt:lpstr>Presentation Title SASE platform </vt:lpstr>
      <vt:lpstr>PowerPoint Presentation</vt:lpstr>
      <vt:lpstr>PowerPoint Presentation</vt:lpstr>
      <vt:lpstr>Lorem Ipsum</vt:lpstr>
      <vt:lpstr>Timeline Slide</vt:lpstr>
      <vt:lpstr>Thank You!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Golan, Stav</dc:creator>
  <cp:lastModifiedBy>Elena Blasberg</cp:lastModifiedBy>
  <cp:revision>141</cp:revision>
  <cp:lastPrinted>2024-09-03T06:06:06Z</cp:lastPrinted>
  <dcterms:created xsi:type="dcterms:W3CDTF">2024-07-15T08:03:49Z</dcterms:created>
  <dcterms:modified xsi:type="dcterms:W3CDTF">2026-06-05T16:10:35Z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2024-07-15T08:04:29Z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baa8c313-fff9-453d-a32e-7c56b0803987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0x0101007A31822FEBF6E245AB1E4980A56930E5</vt:lpwstr>
  </property>
  <property fmtid="{D5CDD505-2E9C-101B-9397-08002B2CF9AE}" pid="10" name="MediaServiceImageTags">
    <vt:lpwstr/>
  </property>
</Properties>
</file>